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D95DE2-FEC8-410A-A628-D22247216C6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C3F16E2-CDD1-4F34-9555-FF5839AFE6C1}">
      <dgm:prSet/>
      <dgm:spPr/>
      <dgm:t>
        <a:bodyPr/>
        <a:lstStyle/>
        <a:p>
          <a:r>
            <a:rPr lang="en-US"/>
            <a:t>Mulai</a:t>
          </a:r>
        </a:p>
      </dgm:t>
    </dgm:pt>
    <dgm:pt modelId="{6F81E6DA-8C52-45E9-B7D1-D870C1B733C1}" type="parTrans" cxnId="{6F294306-CC71-412A-A001-82C025257AA0}">
      <dgm:prSet/>
      <dgm:spPr/>
      <dgm:t>
        <a:bodyPr/>
        <a:lstStyle/>
        <a:p>
          <a:endParaRPr lang="en-US"/>
        </a:p>
      </dgm:t>
    </dgm:pt>
    <dgm:pt modelId="{0ED8C422-A7F0-4436-8FBD-B70CE2D43ED8}" type="sibTrans" cxnId="{6F294306-CC71-412A-A001-82C025257AA0}">
      <dgm:prSet/>
      <dgm:spPr/>
      <dgm:t>
        <a:bodyPr/>
        <a:lstStyle/>
        <a:p>
          <a:endParaRPr lang="en-US"/>
        </a:p>
      </dgm:t>
    </dgm:pt>
    <dgm:pt modelId="{91E6472B-FC96-4CA2-BD46-DD4D8BF2A821}">
      <dgm:prSet/>
      <dgm:spPr/>
      <dgm:t>
        <a:bodyPr/>
        <a:lstStyle/>
        <a:p>
          <a:r>
            <a:rPr lang="en-US"/>
            <a:t>Input data</a:t>
          </a:r>
        </a:p>
      </dgm:t>
    </dgm:pt>
    <dgm:pt modelId="{8C419627-0C96-4784-84F2-995328624253}" type="parTrans" cxnId="{383F77FC-5C07-4FDA-81FB-2B3394682373}">
      <dgm:prSet/>
      <dgm:spPr/>
      <dgm:t>
        <a:bodyPr/>
        <a:lstStyle/>
        <a:p>
          <a:endParaRPr lang="en-US"/>
        </a:p>
      </dgm:t>
    </dgm:pt>
    <dgm:pt modelId="{87C69B68-34F3-41FA-8452-33C877326962}" type="sibTrans" cxnId="{383F77FC-5C07-4FDA-81FB-2B3394682373}">
      <dgm:prSet/>
      <dgm:spPr/>
      <dgm:t>
        <a:bodyPr/>
        <a:lstStyle/>
        <a:p>
          <a:endParaRPr lang="en-US"/>
        </a:p>
      </dgm:t>
    </dgm:pt>
    <dgm:pt modelId="{C30B851F-1745-4F78-BBBF-CA58BBA8709D}">
      <dgm:prSet/>
      <dgm:spPr/>
      <dgm:t>
        <a:bodyPr/>
        <a:lstStyle/>
        <a:p>
          <a:r>
            <a:rPr lang="en-US"/>
            <a:t>Proses data</a:t>
          </a:r>
        </a:p>
      </dgm:t>
    </dgm:pt>
    <dgm:pt modelId="{F0535345-2A6A-4100-A77A-81D0B5F1782C}" type="parTrans" cxnId="{3DEBFAC6-39F3-4D48-B8EA-184DA36D6AEE}">
      <dgm:prSet/>
      <dgm:spPr/>
      <dgm:t>
        <a:bodyPr/>
        <a:lstStyle/>
        <a:p>
          <a:endParaRPr lang="en-US"/>
        </a:p>
      </dgm:t>
    </dgm:pt>
    <dgm:pt modelId="{8B7CC743-1435-4F89-AC8C-9D67D6DE0B82}" type="sibTrans" cxnId="{3DEBFAC6-39F3-4D48-B8EA-184DA36D6AEE}">
      <dgm:prSet/>
      <dgm:spPr/>
      <dgm:t>
        <a:bodyPr/>
        <a:lstStyle/>
        <a:p>
          <a:endParaRPr lang="en-US"/>
        </a:p>
      </dgm:t>
    </dgm:pt>
    <dgm:pt modelId="{B12E5B84-F653-4396-9A5C-FD3678359BA2}">
      <dgm:prSet/>
      <dgm:spPr/>
      <dgm:t>
        <a:bodyPr/>
        <a:lstStyle/>
        <a:p>
          <a:r>
            <a:rPr lang="en-US"/>
            <a:t>Tampilkan hasil</a:t>
          </a:r>
        </a:p>
      </dgm:t>
    </dgm:pt>
    <dgm:pt modelId="{2E643126-79C2-47E5-8DFF-3F3C8C0AAF6F}" type="parTrans" cxnId="{A5C083E9-0F72-4D78-BED6-9B82E4637379}">
      <dgm:prSet/>
      <dgm:spPr/>
      <dgm:t>
        <a:bodyPr/>
        <a:lstStyle/>
        <a:p>
          <a:endParaRPr lang="en-US"/>
        </a:p>
      </dgm:t>
    </dgm:pt>
    <dgm:pt modelId="{D727CC7E-2161-4236-AB20-F0B9F3983B4D}" type="sibTrans" cxnId="{A5C083E9-0F72-4D78-BED6-9B82E4637379}">
      <dgm:prSet/>
      <dgm:spPr/>
      <dgm:t>
        <a:bodyPr/>
        <a:lstStyle/>
        <a:p>
          <a:endParaRPr lang="en-US"/>
        </a:p>
      </dgm:t>
    </dgm:pt>
    <dgm:pt modelId="{BC92E639-A171-44D7-9ABD-DBA423A5E39A}">
      <dgm:prSet/>
      <dgm:spPr/>
      <dgm:t>
        <a:bodyPr/>
        <a:lstStyle/>
        <a:p>
          <a:r>
            <a:rPr lang="en-US"/>
            <a:t>Selesai</a:t>
          </a:r>
        </a:p>
      </dgm:t>
    </dgm:pt>
    <dgm:pt modelId="{60F1C5E2-7AED-4F82-86CD-6BEA97D18807}" type="parTrans" cxnId="{C6599E41-A643-436B-85EC-EA82D1CEF5E7}">
      <dgm:prSet/>
      <dgm:spPr/>
      <dgm:t>
        <a:bodyPr/>
        <a:lstStyle/>
        <a:p>
          <a:endParaRPr lang="en-US"/>
        </a:p>
      </dgm:t>
    </dgm:pt>
    <dgm:pt modelId="{CCB9E9A9-FBAE-4735-8BE7-037ED441B0C6}" type="sibTrans" cxnId="{C6599E41-A643-436B-85EC-EA82D1CEF5E7}">
      <dgm:prSet/>
      <dgm:spPr/>
      <dgm:t>
        <a:bodyPr/>
        <a:lstStyle/>
        <a:p>
          <a:endParaRPr lang="en-US"/>
        </a:p>
      </dgm:t>
    </dgm:pt>
    <dgm:pt modelId="{2AE03944-00C8-44C7-8B59-75F20C25297E}" type="pres">
      <dgm:prSet presAssocID="{14D95DE2-FEC8-410A-A628-D22247216C6A}" presName="vert0" presStyleCnt="0">
        <dgm:presLayoutVars>
          <dgm:dir/>
          <dgm:animOne val="branch"/>
          <dgm:animLvl val="lvl"/>
        </dgm:presLayoutVars>
      </dgm:prSet>
      <dgm:spPr/>
    </dgm:pt>
    <dgm:pt modelId="{EC084908-9D3E-41CB-A388-5DF698C0FBD7}" type="pres">
      <dgm:prSet presAssocID="{8C3F16E2-CDD1-4F34-9555-FF5839AFE6C1}" presName="thickLine" presStyleLbl="alignNode1" presStyleIdx="0" presStyleCnt="5"/>
      <dgm:spPr/>
    </dgm:pt>
    <dgm:pt modelId="{11A37AE8-A818-4D8F-8748-7BB2DAE89D5A}" type="pres">
      <dgm:prSet presAssocID="{8C3F16E2-CDD1-4F34-9555-FF5839AFE6C1}" presName="horz1" presStyleCnt="0"/>
      <dgm:spPr/>
    </dgm:pt>
    <dgm:pt modelId="{3F16EA9C-181D-4913-B046-0DBEDB03E09A}" type="pres">
      <dgm:prSet presAssocID="{8C3F16E2-CDD1-4F34-9555-FF5839AFE6C1}" presName="tx1" presStyleLbl="revTx" presStyleIdx="0" presStyleCnt="5"/>
      <dgm:spPr/>
    </dgm:pt>
    <dgm:pt modelId="{78718FE9-A2DB-44D2-9A65-5E38394176D1}" type="pres">
      <dgm:prSet presAssocID="{8C3F16E2-CDD1-4F34-9555-FF5839AFE6C1}" presName="vert1" presStyleCnt="0"/>
      <dgm:spPr/>
    </dgm:pt>
    <dgm:pt modelId="{3A1F23C2-2366-4DCD-9352-E43051F724A1}" type="pres">
      <dgm:prSet presAssocID="{91E6472B-FC96-4CA2-BD46-DD4D8BF2A821}" presName="thickLine" presStyleLbl="alignNode1" presStyleIdx="1" presStyleCnt="5"/>
      <dgm:spPr/>
    </dgm:pt>
    <dgm:pt modelId="{FFBAA643-4718-4C20-9711-7376649FDDCD}" type="pres">
      <dgm:prSet presAssocID="{91E6472B-FC96-4CA2-BD46-DD4D8BF2A821}" presName="horz1" presStyleCnt="0"/>
      <dgm:spPr/>
    </dgm:pt>
    <dgm:pt modelId="{BD92FD6F-5A88-47FA-95F7-B70535CBD2ED}" type="pres">
      <dgm:prSet presAssocID="{91E6472B-FC96-4CA2-BD46-DD4D8BF2A821}" presName="tx1" presStyleLbl="revTx" presStyleIdx="1" presStyleCnt="5"/>
      <dgm:spPr/>
    </dgm:pt>
    <dgm:pt modelId="{5780E03F-0362-4F49-9E10-CF6FBE85D8C8}" type="pres">
      <dgm:prSet presAssocID="{91E6472B-FC96-4CA2-BD46-DD4D8BF2A821}" presName="vert1" presStyleCnt="0"/>
      <dgm:spPr/>
    </dgm:pt>
    <dgm:pt modelId="{1943377E-DFC3-486A-8414-F906534C27F0}" type="pres">
      <dgm:prSet presAssocID="{C30B851F-1745-4F78-BBBF-CA58BBA8709D}" presName="thickLine" presStyleLbl="alignNode1" presStyleIdx="2" presStyleCnt="5"/>
      <dgm:spPr/>
    </dgm:pt>
    <dgm:pt modelId="{8082C464-CC2D-4526-9B6C-75BF611865C5}" type="pres">
      <dgm:prSet presAssocID="{C30B851F-1745-4F78-BBBF-CA58BBA8709D}" presName="horz1" presStyleCnt="0"/>
      <dgm:spPr/>
    </dgm:pt>
    <dgm:pt modelId="{4F87A428-9718-45A9-B864-BA1C2343DB9E}" type="pres">
      <dgm:prSet presAssocID="{C30B851F-1745-4F78-BBBF-CA58BBA8709D}" presName="tx1" presStyleLbl="revTx" presStyleIdx="2" presStyleCnt="5"/>
      <dgm:spPr/>
    </dgm:pt>
    <dgm:pt modelId="{5EC6B940-D8F8-441A-83EA-1662EEA9D7D8}" type="pres">
      <dgm:prSet presAssocID="{C30B851F-1745-4F78-BBBF-CA58BBA8709D}" presName="vert1" presStyleCnt="0"/>
      <dgm:spPr/>
    </dgm:pt>
    <dgm:pt modelId="{997A48BF-C51A-4B99-84CF-3AD54EC2D2EE}" type="pres">
      <dgm:prSet presAssocID="{B12E5B84-F653-4396-9A5C-FD3678359BA2}" presName="thickLine" presStyleLbl="alignNode1" presStyleIdx="3" presStyleCnt="5"/>
      <dgm:spPr/>
    </dgm:pt>
    <dgm:pt modelId="{64B5D4B5-AB22-43AD-A142-D3D314A5992A}" type="pres">
      <dgm:prSet presAssocID="{B12E5B84-F653-4396-9A5C-FD3678359BA2}" presName="horz1" presStyleCnt="0"/>
      <dgm:spPr/>
    </dgm:pt>
    <dgm:pt modelId="{9A839E9A-AB60-4BCC-8192-0404D786D10B}" type="pres">
      <dgm:prSet presAssocID="{B12E5B84-F653-4396-9A5C-FD3678359BA2}" presName="tx1" presStyleLbl="revTx" presStyleIdx="3" presStyleCnt="5"/>
      <dgm:spPr/>
    </dgm:pt>
    <dgm:pt modelId="{001FB9CA-B0F9-4853-84C6-6D9A5D02FDC4}" type="pres">
      <dgm:prSet presAssocID="{B12E5B84-F653-4396-9A5C-FD3678359BA2}" presName="vert1" presStyleCnt="0"/>
      <dgm:spPr/>
    </dgm:pt>
    <dgm:pt modelId="{22408583-3140-4CC3-98E9-1617E368AC3E}" type="pres">
      <dgm:prSet presAssocID="{BC92E639-A171-44D7-9ABD-DBA423A5E39A}" presName="thickLine" presStyleLbl="alignNode1" presStyleIdx="4" presStyleCnt="5"/>
      <dgm:spPr/>
    </dgm:pt>
    <dgm:pt modelId="{FA2858A6-66EC-4E09-9473-954A31A314CD}" type="pres">
      <dgm:prSet presAssocID="{BC92E639-A171-44D7-9ABD-DBA423A5E39A}" presName="horz1" presStyleCnt="0"/>
      <dgm:spPr/>
    </dgm:pt>
    <dgm:pt modelId="{2EC2726C-63D5-4885-BD34-EBB3CD4EF07A}" type="pres">
      <dgm:prSet presAssocID="{BC92E639-A171-44D7-9ABD-DBA423A5E39A}" presName="tx1" presStyleLbl="revTx" presStyleIdx="4" presStyleCnt="5"/>
      <dgm:spPr/>
    </dgm:pt>
    <dgm:pt modelId="{5160548D-DC68-4E9A-8413-6FF9B200C11B}" type="pres">
      <dgm:prSet presAssocID="{BC92E639-A171-44D7-9ABD-DBA423A5E39A}" presName="vert1" presStyleCnt="0"/>
      <dgm:spPr/>
    </dgm:pt>
  </dgm:ptLst>
  <dgm:cxnLst>
    <dgm:cxn modelId="{6F294306-CC71-412A-A001-82C025257AA0}" srcId="{14D95DE2-FEC8-410A-A628-D22247216C6A}" destId="{8C3F16E2-CDD1-4F34-9555-FF5839AFE6C1}" srcOrd="0" destOrd="0" parTransId="{6F81E6DA-8C52-45E9-B7D1-D870C1B733C1}" sibTransId="{0ED8C422-A7F0-4436-8FBD-B70CE2D43ED8}"/>
    <dgm:cxn modelId="{B431E418-DD72-4D27-B348-3F1F6B276880}" type="presOf" srcId="{91E6472B-FC96-4CA2-BD46-DD4D8BF2A821}" destId="{BD92FD6F-5A88-47FA-95F7-B70535CBD2ED}" srcOrd="0" destOrd="0" presId="urn:microsoft.com/office/officeart/2008/layout/LinedList"/>
    <dgm:cxn modelId="{10AA943F-6B85-417E-9F81-8291A2E15906}" type="presOf" srcId="{8C3F16E2-CDD1-4F34-9555-FF5839AFE6C1}" destId="{3F16EA9C-181D-4913-B046-0DBEDB03E09A}" srcOrd="0" destOrd="0" presId="urn:microsoft.com/office/officeart/2008/layout/LinedList"/>
    <dgm:cxn modelId="{418BA940-6FED-4A6D-AD54-77E981A15392}" type="presOf" srcId="{BC92E639-A171-44D7-9ABD-DBA423A5E39A}" destId="{2EC2726C-63D5-4885-BD34-EBB3CD4EF07A}" srcOrd="0" destOrd="0" presId="urn:microsoft.com/office/officeart/2008/layout/LinedList"/>
    <dgm:cxn modelId="{C6599E41-A643-436B-85EC-EA82D1CEF5E7}" srcId="{14D95DE2-FEC8-410A-A628-D22247216C6A}" destId="{BC92E639-A171-44D7-9ABD-DBA423A5E39A}" srcOrd="4" destOrd="0" parTransId="{60F1C5E2-7AED-4F82-86CD-6BEA97D18807}" sibTransId="{CCB9E9A9-FBAE-4735-8BE7-037ED441B0C6}"/>
    <dgm:cxn modelId="{F110A647-B1E3-45EF-8665-3474A441779F}" type="presOf" srcId="{14D95DE2-FEC8-410A-A628-D22247216C6A}" destId="{2AE03944-00C8-44C7-8B59-75F20C25297E}" srcOrd="0" destOrd="0" presId="urn:microsoft.com/office/officeart/2008/layout/LinedList"/>
    <dgm:cxn modelId="{F4181F8E-72CF-40BC-957F-38D8FE67ABEA}" type="presOf" srcId="{B12E5B84-F653-4396-9A5C-FD3678359BA2}" destId="{9A839E9A-AB60-4BCC-8192-0404D786D10B}" srcOrd="0" destOrd="0" presId="urn:microsoft.com/office/officeart/2008/layout/LinedList"/>
    <dgm:cxn modelId="{3422FB94-DDD6-4EFD-BD52-70932AD5F438}" type="presOf" srcId="{C30B851F-1745-4F78-BBBF-CA58BBA8709D}" destId="{4F87A428-9718-45A9-B864-BA1C2343DB9E}" srcOrd="0" destOrd="0" presId="urn:microsoft.com/office/officeart/2008/layout/LinedList"/>
    <dgm:cxn modelId="{3DEBFAC6-39F3-4D48-B8EA-184DA36D6AEE}" srcId="{14D95DE2-FEC8-410A-A628-D22247216C6A}" destId="{C30B851F-1745-4F78-BBBF-CA58BBA8709D}" srcOrd="2" destOrd="0" parTransId="{F0535345-2A6A-4100-A77A-81D0B5F1782C}" sibTransId="{8B7CC743-1435-4F89-AC8C-9D67D6DE0B82}"/>
    <dgm:cxn modelId="{A5C083E9-0F72-4D78-BED6-9B82E4637379}" srcId="{14D95DE2-FEC8-410A-A628-D22247216C6A}" destId="{B12E5B84-F653-4396-9A5C-FD3678359BA2}" srcOrd="3" destOrd="0" parTransId="{2E643126-79C2-47E5-8DFF-3F3C8C0AAF6F}" sibTransId="{D727CC7E-2161-4236-AB20-F0B9F3983B4D}"/>
    <dgm:cxn modelId="{383F77FC-5C07-4FDA-81FB-2B3394682373}" srcId="{14D95DE2-FEC8-410A-A628-D22247216C6A}" destId="{91E6472B-FC96-4CA2-BD46-DD4D8BF2A821}" srcOrd="1" destOrd="0" parTransId="{8C419627-0C96-4784-84F2-995328624253}" sibTransId="{87C69B68-34F3-41FA-8452-33C877326962}"/>
    <dgm:cxn modelId="{9310627F-7988-42DC-8C61-3AD4210CFB33}" type="presParOf" srcId="{2AE03944-00C8-44C7-8B59-75F20C25297E}" destId="{EC084908-9D3E-41CB-A388-5DF698C0FBD7}" srcOrd="0" destOrd="0" presId="urn:microsoft.com/office/officeart/2008/layout/LinedList"/>
    <dgm:cxn modelId="{6EFD1D1C-E6DF-43CC-B0F9-FD5FD749335A}" type="presParOf" srcId="{2AE03944-00C8-44C7-8B59-75F20C25297E}" destId="{11A37AE8-A818-4D8F-8748-7BB2DAE89D5A}" srcOrd="1" destOrd="0" presId="urn:microsoft.com/office/officeart/2008/layout/LinedList"/>
    <dgm:cxn modelId="{46573E55-2B2A-4DA4-97C1-5FDAD39777D3}" type="presParOf" srcId="{11A37AE8-A818-4D8F-8748-7BB2DAE89D5A}" destId="{3F16EA9C-181D-4913-B046-0DBEDB03E09A}" srcOrd="0" destOrd="0" presId="urn:microsoft.com/office/officeart/2008/layout/LinedList"/>
    <dgm:cxn modelId="{A150475F-B98E-475C-B60C-5FBBD0D6A08B}" type="presParOf" srcId="{11A37AE8-A818-4D8F-8748-7BB2DAE89D5A}" destId="{78718FE9-A2DB-44D2-9A65-5E38394176D1}" srcOrd="1" destOrd="0" presId="urn:microsoft.com/office/officeart/2008/layout/LinedList"/>
    <dgm:cxn modelId="{D7AAD11C-53C7-4497-BFED-8C4816EFDB9F}" type="presParOf" srcId="{2AE03944-00C8-44C7-8B59-75F20C25297E}" destId="{3A1F23C2-2366-4DCD-9352-E43051F724A1}" srcOrd="2" destOrd="0" presId="urn:microsoft.com/office/officeart/2008/layout/LinedList"/>
    <dgm:cxn modelId="{54311354-23B7-4FA4-A512-97C8B8651CD1}" type="presParOf" srcId="{2AE03944-00C8-44C7-8B59-75F20C25297E}" destId="{FFBAA643-4718-4C20-9711-7376649FDDCD}" srcOrd="3" destOrd="0" presId="urn:microsoft.com/office/officeart/2008/layout/LinedList"/>
    <dgm:cxn modelId="{9DC8A463-6C80-4D98-8C98-A2FD65CBCD96}" type="presParOf" srcId="{FFBAA643-4718-4C20-9711-7376649FDDCD}" destId="{BD92FD6F-5A88-47FA-95F7-B70535CBD2ED}" srcOrd="0" destOrd="0" presId="urn:microsoft.com/office/officeart/2008/layout/LinedList"/>
    <dgm:cxn modelId="{002006E1-F9F0-442E-AA5D-FD5FB3E041D8}" type="presParOf" srcId="{FFBAA643-4718-4C20-9711-7376649FDDCD}" destId="{5780E03F-0362-4F49-9E10-CF6FBE85D8C8}" srcOrd="1" destOrd="0" presId="urn:microsoft.com/office/officeart/2008/layout/LinedList"/>
    <dgm:cxn modelId="{4ECB04B7-E337-4E4B-9049-A0B434E6E83E}" type="presParOf" srcId="{2AE03944-00C8-44C7-8B59-75F20C25297E}" destId="{1943377E-DFC3-486A-8414-F906534C27F0}" srcOrd="4" destOrd="0" presId="urn:microsoft.com/office/officeart/2008/layout/LinedList"/>
    <dgm:cxn modelId="{FF3345C1-BC6D-4614-9155-9C03673DEF55}" type="presParOf" srcId="{2AE03944-00C8-44C7-8B59-75F20C25297E}" destId="{8082C464-CC2D-4526-9B6C-75BF611865C5}" srcOrd="5" destOrd="0" presId="urn:microsoft.com/office/officeart/2008/layout/LinedList"/>
    <dgm:cxn modelId="{5D52CC90-527A-4B5F-9EBA-2458CE2CA19D}" type="presParOf" srcId="{8082C464-CC2D-4526-9B6C-75BF611865C5}" destId="{4F87A428-9718-45A9-B864-BA1C2343DB9E}" srcOrd="0" destOrd="0" presId="urn:microsoft.com/office/officeart/2008/layout/LinedList"/>
    <dgm:cxn modelId="{13302DBE-FCF9-4D6C-ACED-3F133CEA0F60}" type="presParOf" srcId="{8082C464-CC2D-4526-9B6C-75BF611865C5}" destId="{5EC6B940-D8F8-441A-83EA-1662EEA9D7D8}" srcOrd="1" destOrd="0" presId="urn:microsoft.com/office/officeart/2008/layout/LinedList"/>
    <dgm:cxn modelId="{7CDDCBE7-FBBF-45CA-AFB8-66819503E7EF}" type="presParOf" srcId="{2AE03944-00C8-44C7-8B59-75F20C25297E}" destId="{997A48BF-C51A-4B99-84CF-3AD54EC2D2EE}" srcOrd="6" destOrd="0" presId="urn:microsoft.com/office/officeart/2008/layout/LinedList"/>
    <dgm:cxn modelId="{37773B27-A789-46E3-8C1C-FF1BF00DA848}" type="presParOf" srcId="{2AE03944-00C8-44C7-8B59-75F20C25297E}" destId="{64B5D4B5-AB22-43AD-A142-D3D314A5992A}" srcOrd="7" destOrd="0" presId="urn:microsoft.com/office/officeart/2008/layout/LinedList"/>
    <dgm:cxn modelId="{6ED6DE13-0EDE-4095-9FE7-D4DA5554E3F9}" type="presParOf" srcId="{64B5D4B5-AB22-43AD-A142-D3D314A5992A}" destId="{9A839E9A-AB60-4BCC-8192-0404D786D10B}" srcOrd="0" destOrd="0" presId="urn:microsoft.com/office/officeart/2008/layout/LinedList"/>
    <dgm:cxn modelId="{09772AA9-B9EE-4D14-95CE-50B3FC20172F}" type="presParOf" srcId="{64B5D4B5-AB22-43AD-A142-D3D314A5992A}" destId="{001FB9CA-B0F9-4853-84C6-6D9A5D02FDC4}" srcOrd="1" destOrd="0" presId="urn:microsoft.com/office/officeart/2008/layout/LinedList"/>
    <dgm:cxn modelId="{120667FB-B716-4ED6-A76A-EA552B9218D7}" type="presParOf" srcId="{2AE03944-00C8-44C7-8B59-75F20C25297E}" destId="{22408583-3140-4CC3-98E9-1617E368AC3E}" srcOrd="8" destOrd="0" presId="urn:microsoft.com/office/officeart/2008/layout/LinedList"/>
    <dgm:cxn modelId="{3874ED01-4DFA-4449-A925-B0BA16228AF1}" type="presParOf" srcId="{2AE03944-00C8-44C7-8B59-75F20C25297E}" destId="{FA2858A6-66EC-4E09-9473-954A31A314CD}" srcOrd="9" destOrd="0" presId="urn:microsoft.com/office/officeart/2008/layout/LinedList"/>
    <dgm:cxn modelId="{C91BB572-EA64-4FCC-8364-2C0F0F0C806B}" type="presParOf" srcId="{FA2858A6-66EC-4E09-9473-954A31A314CD}" destId="{2EC2726C-63D5-4885-BD34-EBB3CD4EF07A}" srcOrd="0" destOrd="0" presId="urn:microsoft.com/office/officeart/2008/layout/LinedList"/>
    <dgm:cxn modelId="{6B54F6C0-21EC-4421-A72D-8A37D371EAAE}" type="presParOf" srcId="{FA2858A6-66EC-4E09-9473-954A31A314CD}" destId="{5160548D-DC68-4E9A-8413-6FF9B200C1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E70A2E-9031-4A92-93CD-90EA75C3D5B0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374ACC6-0A67-42EE-A808-9C7E3F0AA1CF}">
      <dgm:prSet/>
      <dgm:spPr/>
      <dgm:t>
        <a:bodyPr/>
        <a:lstStyle/>
        <a:p>
          <a:r>
            <a:rPr lang="en-US" b="0" i="0" baseline="0"/>
            <a:t>Mulai</a:t>
          </a:r>
          <a:endParaRPr lang="en-US"/>
        </a:p>
      </dgm:t>
    </dgm:pt>
    <dgm:pt modelId="{B2D6DB0E-38E4-4485-B63E-D7BA9CCA2534}" type="parTrans" cxnId="{C8927047-7CC5-4188-932D-F1E09723B559}">
      <dgm:prSet/>
      <dgm:spPr/>
      <dgm:t>
        <a:bodyPr/>
        <a:lstStyle/>
        <a:p>
          <a:endParaRPr lang="en-US"/>
        </a:p>
      </dgm:t>
    </dgm:pt>
    <dgm:pt modelId="{22874A9E-1308-4F59-A066-5C4646A17714}" type="sibTrans" cxnId="{C8927047-7CC5-4188-932D-F1E09723B559}">
      <dgm:prSet/>
      <dgm:spPr/>
      <dgm:t>
        <a:bodyPr/>
        <a:lstStyle/>
        <a:p>
          <a:endParaRPr lang="en-US"/>
        </a:p>
      </dgm:t>
    </dgm:pt>
    <dgm:pt modelId="{0A61226E-876D-47CC-A523-6E0E3141AD28}">
      <dgm:prSet/>
      <dgm:spPr/>
      <dgm:t>
        <a:bodyPr/>
        <a:lstStyle/>
        <a:p>
          <a:r>
            <a:rPr lang="en-US" b="0" i="0" baseline="0"/>
            <a:t>Input panjang</a:t>
          </a:r>
          <a:endParaRPr lang="en-US"/>
        </a:p>
      </dgm:t>
    </dgm:pt>
    <dgm:pt modelId="{3F79B059-9647-4AAD-ACD6-85E6703941A6}" type="parTrans" cxnId="{81A70348-D2A5-4764-BB2C-EDF9A389CE2F}">
      <dgm:prSet/>
      <dgm:spPr/>
      <dgm:t>
        <a:bodyPr/>
        <a:lstStyle/>
        <a:p>
          <a:endParaRPr lang="en-US"/>
        </a:p>
      </dgm:t>
    </dgm:pt>
    <dgm:pt modelId="{3B697F78-C1D3-4AED-9CF1-E828762EC544}" type="sibTrans" cxnId="{81A70348-D2A5-4764-BB2C-EDF9A389CE2F}">
      <dgm:prSet/>
      <dgm:spPr/>
      <dgm:t>
        <a:bodyPr/>
        <a:lstStyle/>
        <a:p>
          <a:endParaRPr lang="en-US"/>
        </a:p>
      </dgm:t>
    </dgm:pt>
    <dgm:pt modelId="{0198D004-5B66-4B58-9F55-D902E410BCB8}">
      <dgm:prSet/>
      <dgm:spPr/>
      <dgm:t>
        <a:bodyPr/>
        <a:lstStyle/>
        <a:p>
          <a:r>
            <a:rPr lang="en-US" b="0" i="0" baseline="0"/>
            <a:t>Input lebar</a:t>
          </a:r>
          <a:endParaRPr lang="en-US"/>
        </a:p>
      </dgm:t>
    </dgm:pt>
    <dgm:pt modelId="{3378D517-AD79-4AF2-9AFE-C185F70518FB}" type="parTrans" cxnId="{DB8C2323-2E49-4F4E-94CB-53E4B66BD3A8}">
      <dgm:prSet/>
      <dgm:spPr/>
      <dgm:t>
        <a:bodyPr/>
        <a:lstStyle/>
        <a:p>
          <a:endParaRPr lang="en-US"/>
        </a:p>
      </dgm:t>
    </dgm:pt>
    <dgm:pt modelId="{46F909C2-76D4-4FCF-83D3-17F9AA3A71EE}" type="sibTrans" cxnId="{DB8C2323-2E49-4F4E-94CB-53E4B66BD3A8}">
      <dgm:prSet/>
      <dgm:spPr/>
      <dgm:t>
        <a:bodyPr/>
        <a:lstStyle/>
        <a:p>
          <a:endParaRPr lang="en-US"/>
        </a:p>
      </dgm:t>
    </dgm:pt>
    <dgm:pt modelId="{D67151E8-62B8-4F19-89A5-BE89B2FFCBDE}">
      <dgm:prSet/>
      <dgm:spPr/>
      <dgm:t>
        <a:bodyPr/>
        <a:lstStyle/>
        <a:p>
          <a:r>
            <a:rPr lang="en-US" b="0" i="0" baseline="0"/>
            <a:t>Hitung luas = panjang × lebar</a:t>
          </a:r>
          <a:endParaRPr lang="en-US"/>
        </a:p>
      </dgm:t>
    </dgm:pt>
    <dgm:pt modelId="{C3328742-9DDC-479C-8711-3A87FBE27991}" type="parTrans" cxnId="{5D9816A9-0BD2-43CD-8278-50D6E682F4F0}">
      <dgm:prSet/>
      <dgm:spPr/>
      <dgm:t>
        <a:bodyPr/>
        <a:lstStyle/>
        <a:p>
          <a:endParaRPr lang="en-US"/>
        </a:p>
      </dgm:t>
    </dgm:pt>
    <dgm:pt modelId="{78A4C3D1-EB65-4B03-ADDC-68BEBC4225F8}" type="sibTrans" cxnId="{5D9816A9-0BD2-43CD-8278-50D6E682F4F0}">
      <dgm:prSet/>
      <dgm:spPr/>
      <dgm:t>
        <a:bodyPr/>
        <a:lstStyle/>
        <a:p>
          <a:endParaRPr lang="en-US"/>
        </a:p>
      </dgm:t>
    </dgm:pt>
    <dgm:pt modelId="{4C8490E1-3C1D-4F0A-8B3A-4813566AA075}">
      <dgm:prSet/>
      <dgm:spPr/>
      <dgm:t>
        <a:bodyPr/>
        <a:lstStyle/>
        <a:p>
          <a:r>
            <a:rPr lang="en-US" b="0" i="0" baseline="0"/>
            <a:t>Tampilkan luas</a:t>
          </a:r>
          <a:endParaRPr lang="en-US"/>
        </a:p>
      </dgm:t>
    </dgm:pt>
    <dgm:pt modelId="{51C9AE90-25C6-4AD7-9E3E-09EA102252AA}" type="parTrans" cxnId="{64899ED8-0587-4F2A-8FAF-11E1B7541B38}">
      <dgm:prSet/>
      <dgm:spPr/>
      <dgm:t>
        <a:bodyPr/>
        <a:lstStyle/>
        <a:p>
          <a:endParaRPr lang="en-US"/>
        </a:p>
      </dgm:t>
    </dgm:pt>
    <dgm:pt modelId="{CEBFC7AF-74D2-40AC-A65E-4DEFEBAA23A1}" type="sibTrans" cxnId="{64899ED8-0587-4F2A-8FAF-11E1B7541B38}">
      <dgm:prSet/>
      <dgm:spPr/>
      <dgm:t>
        <a:bodyPr/>
        <a:lstStyle/>
        <a:p>
          <a:endParaRPr lang="en-US"/>
        </a:p>
      </dgm:t>
    </dgm:pt>
    <dgm:pt modelId="{5FEA86A9-D719-414F-8D38-74033157FBAB}">
      <dgm:prSet/>
      <dgm:spPr/>
      <dgm:t>
        <a:bodyPr/>
        <a:lstStyle/>
        <a:p>
          <a:r>
            <a:rPr lang="en-US" b="0" i="0" baseline="0"/>
            <a:t>Selesai</a:t>
          </a:r>
          <a:endParaRPr lang="en-US"/>
        </a:p>
      </dgm:t>
    </dgm:pt>
    <dgm:pt modelId="{53F18C81-FF31-4364-A45F-BE62F06B2C86}" type="parTrans" cxnId="{752ABD5E-F3EC-4EFB-85F0-9D59588EB29A}">
      <dgm:prSet/>
      <dgm:spPr/>
      <dgm:t>
        <a:bodyPr/>
        <a:lstStyle/>
        <a:p>
          <a:endParaRPr lang="en-US"/>
        </a:p>
      </dgm:t>
    </dgm:pt>
    <dgm:pt modelId="{AAB9899B-4286-4AAD-9812-DC6DF60E54BE}" type="sibTrans" cxnId="{752ABD5E-F3EC-4EFB-85F0-9D59588EB29A}">
      <dgm:prSet/>
      <dgm:spPr/>
      <dgm:t>
        <a:bodyPr/>
        <a:lstStyle/>
        <a:p>
          <a:endParaRPr lang="en-US"/>
        </a:p>
      </dgm:t>
    </dgm:pt>
    <dgm:pt modelId="{C6523812-E0EF-4770-8155-9DF1C0F84963}" type="pres">
      <dgm:prSet presAssocID="{F8E70A2E-9031-4A92-93CD-90EA75C3D5B0}" presName="vert0" presStyleCnt="0">
        <dgm:presLayoutVars>
          <dgm:dir/>
          <dgm:animOne val="branch"/>
          <dgm:animLvl val="lvl"/>
        </dgm:presLayoutVars>
      </dgm:prSet>
      <dgm:spPr/>
    </dgm:pt>
    <dgm:pt modelId="{BC420B70-CBA5-47C9-985C-DF6341111D2F}" type="pres">
      <dgm:prSet presAssocID="{B374ACC6-0A67-42EE-A808-9C7E3F0AA1CF}" presName="thickLine" presStyleLbl="alignNode1" presStyleIdx="0" presStyleCnt="6"/>
      <dgm:spPr/>
    </dgm:pt>
    <dgm:pt modelId="{BBFAE07C-5F5F-4B93-9FB2-91459960F1F2}" type="pres">
      <dgm:prSet presAssocID="{B374ACC6-0A67-42EE-A808-9C7E3F0AA1CF}" presName="horz1" presStyleCnt="0"/>
      <dgm:spPr/>
    </dgm:pt>
    <dgm:pt modelId="{C965DCCC-B461-41EF-BD6A-F08910C04AEB}" type="pres">
      <dgm:prSet presAssocID="{B374ACC6-0A67-42EE-A808-9C7E3F0AA1CF}" presName="tx1" presStyleLbl="revTx" presStyleIdx="0" presStyleCnt="6"/>
      <dgm:spPr/>
    </dgm:pt>
    <dgm:pt modelId="{7234F542-5A46-4F2C-9AD2-407C98740179}" type="pres">
      <dgm:prSet presAssocID="{B374ACC6-0A67-42EE-A808-9C7E3F0AA1CF}" presName="vert1" presStyleCnt="0"/>
      <dgm:spPr/>
    </dgm:pt>
    <dgm:pt modelId="{155E8951-C870-4207-917C-0034D1493157}" type="pres">
      <dgm:prSet presAssocID="{0A61226E-876D-47CC-A523-6E0E3141AD28}" presName="thickLine" presStyleLbl="alignNode1" presStyleIdx="1" presStyleCnt="6"/>
      <dgm:spPr/>
    </dgm:pt>
    <dgm:pt modelId="{4E7224CE-9310-4BAB-8508-6CA24B57F9FF}" type="pres">
      <dgm:prSet presAssocID="{0A61226E-876D-47CC-A523-6E0E3141AD28}" presName="horz1" presStyleCnt="0"/>
      <dgm:spPr/>
    </dgm:pt>
    <dgm:pt modelId="{3501A4CB-6EC6-48FB-A27F-993715AD398E}" type="pres">
      <dgm:prSet presAssocID="{0A61226E-876D-47CC-A523-6E0E3141AD28}" presName="tx1" presStyleLbl="revTx" presStyleIdx="1" presStyleCnt="6"/>
      <dgm:spPr/>
    </dgm:pt>
    <dgm:pt modelId="{FDC59AAD-0269-46E3-97BC-4A80E364FD19}" type="pres">
      <dgm:prSet presAssocID="{0A61226E-876D-47CC-A523-6E0E3141AD28}" presName="vert1" presStyleCnt="0"/>
      <dgm:spPr/>
    </dgm:pt>
    <dgm:pt modelId="{B5306F3E-67A3-4000-80B6-F964CF9D17D6}" type="pres">
      <dgm:prSet presAssocID="{0198D004-5B66-4B58-9F55-D902E410BCB8}" presName="thickLine" presStyleLbl="alignNode1" presStyleIdx="2" presStyleCnt="6"/>
      <dgm:spPr/>
    </dgm:pt>
    <dgm:pt modelId="{EABB26E6-638F-4923-BB5B-BDE5B17F927B}" type="pres">
      <dgm:prSet presAssocID="{0198D004-5B66-4B58-9F55-D902E410BCB8}" presName="horz1" presStyleCnt="0"/>
      <dgm:spPr/>
    </dgm:pt>
    <dgm:pt modelId="{92FF0E99-DEB9-45CB-B5F7-C535362427EC}" type="pres">
      <dgm:prSet presAssocID="{0198D004-5B66-4B58-9F55-D902E410BCB8}" presName="tx1" presStyleLbl="revTx" presStyleIdx="2" presStyleCnt="6"/>
      <dgm:spPr/>
    </dgm:pt>
    <dgm:pt modelId="{C14F3B38-DD1E-4D76-A87F-85152564C76E}" type="pres">
      <dgm:prSet presAssocID="{0198D004-5B66-4B58-9F55-D902E410BCB8}" presName="vert1" presStyleCnt="0"/>
      <dgm:spPr/>
    </dgm:pt>
    <dgm:pt modelId="{F4AA6CD9-402A-4EEB-818F-6455D19A132F}" type="pres">
      <dgm:prSet presAssocID="{D67151E8-62B8-4F19-89A5-BE89B2FFCBDE}" presName="thickLine" presStyleLbl="alignNode1" presStyleIdx="3" presStyleCnt="6"/>
      <dgm:spPr/>
    </dgm:pt>
    <dgm:pt modelId="{5481AAAB-2330-4A97-9584-A3BD06C026BC}" type="pres">
      <dgm:prSet presAssocID="{D67151E8-62B8-4F19-89A5-BE89B2FFCBDE}" presName="horz1" presStyleCnt="0"/>
      <dgm:spPr/>
    </dgm:pt>
    <dgm:pt modelId="{C0209055-D410-41AA-B230-74D108041AAD}" type="pres">
      <dgm:prSet presAssocID="{D67151E8-62B8-4F19-89A5-BE89B2FFCBDE}" presName="tx1" presStyleLbl="revTx" presStyleIdx="3" presStyleCnt="6"/>
      <dgm:spPr/>
    </dgm:pt>
    <dgm:pt modelId="{50BA0AEF-2974-466E-AAE0-86EFD7AAB94A}" type="pres">
      <dgm:prSet presAssocID="{D67151E8-62B8-4F19-89A5-BE89B2FFCBDE}" presName="vert1" presStyleCnt="0"/>
      <dgm:spPr/>
    </dgm:pt>
    <dgm:pt modelId="{8A521227-8600-427D-ADC4-7999BBFC1B8F}" type="pres">
      <dgm:prSet presAssocID="{4C8490E1-3C1D-4F0A-8B3A-4813566AA075}" presName="thickLine" presStyleLbl="alignNode1" presStyleIdx="4" presStyleCnt="6"/>
      <dgm:spPr/>
    </dgm:pt>
    <dgm:pt modelId="{8A4CDEB1-765B-4D6F-87DF-BB91C17514D5}" type="pres">
      <dgm:prSet presAssocID="{4C8490E1-3C1D-4F0A-8B3A-4813566AA075}" presName="horz1" presStyleCnt="0"/>
      <dgm:spPr/>
    </dgm:pt>
    <dgm:pt modelId="{FDDA1BD3-47BE-462C-865F-E61CDE8E4168}" type="pres">
      <dgm:prSet presAssocID="{4C8490E1-3C1D-4F0A-8B3A-4813566AA075}" presName="tx1" presStyleLbl="revTx" presStyleIdx="4" presStyleCnt="6"/>
      <dgm:spPr/>
    </dgm:pt>
    <dgm:pt modelId="{C6959F7F-C1E9-4C73-AFF4-EF91BA88A308}" type="pres">
      <dgm:prSet presAssocID="{4C8490E1-3C1D-4F0A-8B3A-4813566AA075}" presName="vert1" presStyleCnt="0"/>
      <dgm:spPr/>
    </dgm:pt>
    <dgm:pt modelId="{4AE548D5-92A1-4E22-B70C-D15C2DA84353}" type="pres">
      <dgm:prSet presAssocID="{5FEA86A9-D719-414F-8D38-74033157FBAB}" presName="thickLine" presStyleLbl="alignNode1" presStyleIdx="5" presStyleCnt="6"/>
      <dgm:spPr/>
    </dgm:pt>
    <dgm:pt modelId="{2180A60B-47AB-41DC-A947-97B4230B3F9D}" type="pres">
      <dgm:prSet presAssocID="{5FEA86A9-D719-414F-8D38-74033157FBAB}" presName="horz1" presStyleCnt="0"/>
      <dgm:spPr/>
    </dgm:pt>
    <dgm:pt modelId="{09C96DD9-463A-4EA4-BB7D-096E2B6A5B09}" type="pres">
      <dgm:prSet presAssocID="{5FEA86A9-D719-414F-8D38-74033157FBAB}" presName="tx1" presStyleLbl="revTx" presStyleIdx="5" presStyleCnt="6"/>
      <dgm:spPr/>
    </dgm:pt>
    <dgm:pt modelId="{7600AA5E-DBA2-4B82-A64E-EF970A04FCE6}" type="pres">
      <dgm:prSet presAssocID="{5FEA86A9-D719-414F-8D38-74033157FBAB}" presName="vert1" presStyleCnt="0"/>
      <dgm:spPr/>
    </dgm:pt>
  </dgm:ptLst>
  <dgm:cxnLst>
    <dgm:cxn modelId="{DB8C2323-2E49-4F4E-94CB-53E4B66BD3A8}" srcId="{F8E70A2E-9031-4A92-93CD-90EA75C3D5B0}" destId="{0198D004-5B66-4B58-9F55-D902E410BCB8}" srcOrd="2" destOrd="0" parTransId="{3378D517-AD79-4AF2-9AFE-C185F70518FB}" sibTransId="{46F909C2-76D4-4FCF-83D3-17F9AA3A71EE}"/>
    <dgm:cxn modelId="{5B6EB93C-FF63-4279-9B65-B038A4E6C6E8}" type="presOf" srcId="{5FEA86A9-D719-414F-8D38-74033157FBAB}" destId="{09C96DD9-463A-4EA4-BB7D-096E2B6A5B09}" srcOrd="0" destOrd="0" presId="urn:microsoft.com/office/officeart/2008/layout/LinedList"/>
    <dgm:cxn modelId="{752ABD5E-F3EC-4EFB-85F0-9D59588EB29A}" srcId="{F8E70A2E-9031-4A92-93CD-90EA75C3D5B0}" destId="{5FEA86A9-D719-414F-8D38-74033157FBAB}" srcOrd="5" destOrd="0" parTransId="{53F18C81-FF31-4364-A45F-BE62F06B2C86}" sibTransId="{AAB9899B-4286-4AAD-9812-DC6DF60E54BE}"/>
    <dgm:cxn modelId="{C8927047-7CC5-4188-932D-F1E09723B559}" srcId="{F8E70A2E-9031-4A92-93CD-90EA75C3D5B0}" destId="{B374ACC6-0A67-42EE-A808-9C7E3F0AA1CF}" srcOrd="0" destOrd="0" parTransId="{B2D6DB0E-38E4-4485-B63E-D7BA9CCA2534}" sibTransId="{22874A9E-1308-4F59-A066-5C4646A17714}"/>
    <dgm:cxn modelId="{81A70348-D2A5-4764-BB2C-EDF9A389CE2F}" srcId="{F8E70A2E-9031-4A92-93CD-90EA75C3D5B0}" destId="{0A61226E-876D-47CC-A523-6E0E3141AD28}" srcOrd="1" destOrd="0" parTransId="{3F79B059-9647-4AAD-ACD6-85E6703941A6}" sibTransId="{3B697F78-C1D3-4AED-9CF1-E828762EC544}"/>
    <dgm:cxn modelId="{74B0BF6A-9E5F-455D-8669-3D97647B0693}" type="presOf" srcId="{D67151E8-62B8-4F19-89A5-BE89B2FFCBDE}" destId="{C0209055-D410-41AA-B230-74D108041AAD}" srcOrd="0" destOrd="0" presId="urn:microsoft.com/office/officeart/2008/layout/LinedList"/>
    <dgm:cxn modelId="{08F5F078-6411-4DF8-8FF2-31D56C253C37}" type="presOf" srcId="{B374ACC6-0A67-42EE-A808-9C7E3F0AA1CF}" destId="{C965DCCC-B461-41EF-BD6A-F08910C04AEB}" srcOrd="0" destOrd="0" presId="urn:microsoft.com/office/officeart/2008/layout/LinedList"/>
    <dgm:cxn modelId="{DBCBF77E-C10B-4EC3-868D-1B45BCA5186C}" type="presOf" srcId="{4C8490E1-3C1D-4F0A-8B3A-4813566AA075}" destId="{FDDA1BD3-47BE-462C-865F-E61CDE8E4168}" srcOrd="0" destOrd="0" presId="urn:microsoft.com/office/officeart/2008/layout/LinedList"/>
    <dgm:cxn modelId="{E722729C-013C-498B-912F-BBC90760376E}" type="presOf" srcId="{F8E70A2E-9031-4A92-93CD-90EA75C3D5B0}" destId="{C6523812-E0EF-4770-8155-9DF1C0F84963}" srcOrd="0" destOrd="0" presId="urn:microsoft.com/office/officeart/2008/layout/LinedList"/>
    <dgm:cxn modelId="{F1A7D29C-1EFB-4784-B3A0-51992AC721E2}" type="presOf" srcId="{0A61226E-876D-47CC-A523-6E0E3141AD28}" destId="{3501A4CB-6EC6-48FB-A27F-993715AD398E}" srcOrd="0" destOrd="0" presId="urn:microsoft.com/office/officeart/2008/layout/LinedList"/>
    <dgm:cxn modelId="{5D9816A9-0BD2-43CD-8278-50D6E682F4F0}" srcId="{F8E70A2E-9031-4A92-93CD-90EA75C3D5B0}" destId="{D67151E8-62B8-4F19-89A5-BE89B2FFCBDE}" srcOrd="3" destOrd="0" parTransId="{C3328742-9DDC-479C-8711-3A87FBE27991}" sibTransId="{78A4C3D1-EB65-4B03-ADDC-68BEBC4225F8}"/>
    <dgm:cxn modelId="{64899ED8-0587-4F2A-8FAF-11E1B7541B38}" srcId="{F8E70A2E-9031-4A92-93CD-90EA75C3D5B0}" destId="{4C8490E1-3C1D-4F0A-8B3A-4813566AA075}" srcOrd="4" destOrd="0" parTransId="{51C9AE90-25C6-4AD7-9E3E-09EA102252AA}" sibTransId="{CEBFC7AF-74D2-40AC-A65E-4DEFEBAA23A1}"/>
    <dgm:cxn modelId="{BDB233EA-A106-4A5D-9144-A2562419DDA4}" type="presOf" srcId="{0198D004-5B66-4B58-9F55-D902E410BCB8}" destId="{92FF0E99-DEB9-45CB-B5F7-C535362427EC}" srcOrd="0" destOrd="0" presId="urn:microsoft.com/office/officeart/2008/layout/LinedList"/>
    <dgm:cxn modelId="{962ADD41-85BF-465C-B1FF-1AE0877486D8}" type="presParOf" srcId="{C6523812-E0EF-4770-8155-9DF1C0F84963}" destId="{BC420B70-CBA5-47C9-985C-DF6341111D2F}" srcOrd="0" destOrd="0" presId="urn:microsoft.com/office/officeart/2008/layout/LinedList"/>
    <dgm:cxn modelId="{80147FB5-B472-4FD9-9372-440CEA3F983A}" type="presParOf" srcId="{C6523812-E0EF-4770-8155-9DF1C0F84963}" destId="{BBFAE07C-5F5F-4B93-9FB2-91459960F1F2}" srcOrd="1" destOrd="0" presId="urn:microsoft.com/office/officeart/2008/layout/LinedList"/>
    <dgm:cxn modelId="{E36373AF-6952-43C9-8BC5-ADC73968E300}" type="presParOf" srcId="{BBFAE07C-5F5F-4B93-9FB2-91459960F1F2}" destId="{C965DCCC-B461-41EF-BD6A-F08910C04AEB}" srcOrd="0" destOrd="0" presId="urn:microsoft.com/office/officeart/2008/layout/LinedList"/>
    <dgm:cxn modelId="{25C9C51B-82FC-49CC-8BBC-FADD079657A3}" type="presParOf" srcId="{BBFAE07C-5F5F-4B93-9FB2-91459960F1F2}" destId="{7234F542-5A46-4F2C-9AD2-407C98740179}" srcOrd="1" destOrd="0" presId="urn:microsoft.com/office/officeart/2008/layout/LinedList"/>
    <dgm:cxn modelId="{60E2EC01-2D8F-4AED-B5C9-5A8F2DD63B1B}" type="presParOf" srcId="{C6523812-E0EF-4770-8155-9DF1C0F84963}" destId="{155E8951-C870-4207-917C-0034D1493157}" srcOrd="2" destOrd="0" presId="urn:microsoft.com/office/officeart/2008/layout/LinedList"/>
    <dgm:cxn modelId="{4F36E190-6765-4320-93A9-CBDCB8393F6F}" type="presParOf" srcId="{C6523812-E0EF-4770-8155-9DF1C0F84963}" destId="{4E7224CE-9310-4BAB-8508-6CA24B57F9FF}" srcOrd="3" destOrd="0" presId="urn:microsoft.com/office/officeart/2008/layout/LinedList"/>
    <dgm:cxn modelId="{626425B6-106B-4DEC-BE1A-61A01D29EA2E}" type="presParOf" srcId="{4E7224CE-9310-4BAB-8508-6CA24B57F9FF}" destId="{3501A4CB-6EC6-48FB-A27F-993715AD398E}" srcOrd="0" destOrd="0" presId="urn:microsoft.com/office/officeart/2008/layout/LinedList"/>
    <dgm:cxn modelId="{F4DB1BB6-07CB-477F-BC1D-52B9D771976B}" type="presParOf" srcId="{4E7224CE-9310-4BAB-8508-6CA24B57F9FF}" destId="{FDC59AAD-0269-46E3-97BC-4A80E364FD19}" srcOrd="1" destOrd="0" presId="urn:microsoft.com/office/officeart/2008/layout/LinedList"/>
    <dgm:cxn modelId="{A54BE216-228C-49CF-8A9C-0679D48BFDD6}" type="presParOf" srcId="{C6523812-E0EF-4770-8155-9DF1C0F84963}" destId="{B5306F3E-67A3-4000-80B6-F964CF9D17D6}" srcOrd="4" destOrd="0" presId="urn:microsoft.com/office/officeart/2008/layout/LinedList"/>
    <dgm:cxn modelId="{22405E6C-8CE1-4B2C-9BB3-3CAAFF309845}" type="presParOf" srcId="{C6523812-E0EF-4770-8155-9DF1C0F84963}" destId="{EABB26E6-638F-4923-BB5B-BDE5B17F927B}" srcOrd="5" destOrd="0" presId="urn:microsoft.com/office/officeart/2008/layout/LinedList"/>
    <dgm:cxn modelId="{34FFB4C0-397B-4A16-919E-F817F3F0D6C5}" type="presParOf" srcId="{EABB26E6-638F-4923-BB5B-BDE5B17F927B}" destId="{92FF0E99-DEB9-45CB-B5F7-C535362427EC}" srcOrd="0" destOrd="0" presId="urn:microsoft.com/office/officeart/2008/layout/LinedList"/>
    <dgm:cxn modelId="{8F1AAB81-72C3-4721-8BE0-89BF3D080AC0}" type="presParOf" srcId="{EABB26E6-638F-4923-BB5B-BDE5B17F927B}" destId="{C14F3B38-DD1E-4D76-A87F-85152564C76E}" srcOrd="1" destOrd="0" presId="urn:microsoft.com/office/officeart/2008/layout/LinedList"/>
    <dgm:cxn modelId="{BE1773BB-FBDC-46EF-A30E-F25ED42B238F}" type="presParOf" srcId="{C6523812-E0EF-4770-8155-9DF1C0F84963}" destId="{F4AA6CD9-402A-4EEB-818F-6455D19A132F}" srcOrd="6" destOrd="0" presId="urn:microsoft.com/office/officeart/2008/layout/LinedList"/>
    <dgm:cxn modelId="{E398015E-D7A4-4BE3-8C30-C6DD630A6086}" type="presParOf" srcId="{C6523812-E0EF-4770-8155-9DF1C0F84963}" destId="{5481AAAB-2330-4A97-9584-A3BD06C026BC}" srcOrd="7" destOrd="0" presId="urn:microsoft.com/office/officeart/2008/layout/LinedList"/>
    <dgm:cxn modelId="{18DFA164-0546-445D-AF65-AD029966446B}" type="presParOf" srcId="{5481AAAB-2330-4A97-9584-A3BD06C026BC}" destId="{C0209055-D410-41AA-B230-74D108041AAD}" srcOrd="0" destOrd="0" presId="urn:microsoft.com/office/officeart/2008/layout/LinedList"/>
    <dgm:cxn modelId="{A4C459EC-9B13-4A8A-84D6-5B9E8910B296}" type="presParOf" srcId="{5481AAAB-2330-4A97-9584-A3BD06C026BC}" destId="{50BA0AEF-2974-466E-AAE0-86EFD7AAB94A}" srcOrd="1" destOrd="0" presId="urn:microsoft.com/office/officeart/2008/layout/LinedList"/>
    <dgm:cxn modelId="{7AB17864-0AF8-4399-BDC3-7E184E356745}" type="presParOf" srcId="{C6523812-E0EF-4770-8155-9DF1C0F84963}" destId="{8A521227-8600-427D-ADC4-7999BBFC1B8F}" srcOrd="8" destOrd="0" presId="urn:microsoft.com/office/officeart/2008/layout/LinedList"/>
    <dgm:cxn modelId="{D54447B4-A056-4268-857F-15C9563BE9F9}" type="presParOf" srcId="{C6523812-E0EF-4770-8155-9DF1C0F84963}" destId="{8A4CDEB1-765B-4D6F-87DF-BB91C17514D5}" srcOrd="9" destOrd="0" presId="urn:microsoft.com/office/officeart/2008/layout/LinedList"/>
    <dgm:cxn modelId="{84B71655-DDC2-4301-A964-2B478A4B6769}" type="presParOf" srcId="{8A4CDEB1-765B-4D6F-87DF-BB91C17514D5}" destId="{FDDA1BD3-47BE-462C-865F-E61CDE8E4168}" srcOrd="0" destOrd="0" presId="urn:microsoft.com/office/officeart/2008/layout/LinedList"/>
    <dgm:cxn modelId="{BFADAA67-C2BC-48D2-8AD9-48CA710C3B6F}" type="presParOf" srcId="{8A4CDEB1-765B-4D6F-87DF-BB91C17514D5}" destId="{C6959F7F-C1E9-4C73-AFF4-EF91BA88A308}" srcOrd="1" destOrd="0" presId="urn:microsoft.com/office/officeart/2008/layout/LinedList"/>
    <dgm:cxn modelId="{4302FCEE-35EE-40A3-A177-D7170B180C3B}" type="presParOf" srcId="{C6523812-E0EF-4770-8155-9DF1C0F84963}" destId="{4AE548D5-92A1-4E22-B70C-D15C2DA84353}" srcOrd="10" destOrd="0" presId="urn:microsoft.com/office/officeart/2008/layout/LinedList"/>
    <dgm:cxn modelId="{CE8A9FCA-455B-4E50-BE8A-B283101C1F0F}" type="presParOf" srcId="{C6523812-E0EF-4770-8155-9DF1C0F84963}" destId="{2180A60B-47AB-41DC-A947-97B4230B3F9D}" srcOrd="11" destOrd="0" presId="urn:microsoft.com/office/officeart/2008/layout/LinedList"/>
    <dgm:cxn modelId="{2A334D60-7E68-4122-8890-1D523728744F}" type="presParOf" srcId="{2180A60B-47AB-41DC-A947-97B4230B3F9D}" destId="{09C96DD9-463A-4EA4-BB7D-096E2B6A5B09}" srcOrd="0" destOrd="0" presId="urn:microsoft.com/office/officeart/2008/layout/LinedList"/>
    <dgm:cxn modelId="{545485C8-C4B5-4C39-8796-84B7B3B1E0D6}" type="presParOf" srcId="{2180A60B-47AB-41DC-A947-97B4230B3F9D}" destId="{7600AA5E-DBA2-4B82-A64E-EF970A04FC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3C9055-4CD7-4B3A-A3A8-E47299C6A7B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6D49360-798D-4A27-8080-926B4D73C984}">
      <dgm:prSet/>
      <dgm:spPr/>
      <dgm:t>
        <a:bodyPr/>
        <a:lstStyle/>
        <a:p>
          <a:r>
            <a:rPr lang="en-US"/>
            <a:t>BEGIN</a:t>
          </a:r>
        </a:p>
      </dgm:t>
    </dgm:pt>
    <dgm:pt modelId="{688F64F0-9284-4CDA-A103-B313A2AE1026}" type="parTrans" cxnId="{83F8D344-C68D-4EB5-800A-20F5E4AEF827}">
      <dgm:prSet/>
      <dgm:spPr/>
      <dgm:t>
        <a:bodyPr/>
        <a:lstStyle/>
        <a:p>
          <a:endParaRPr lang="en-US"/>
        </a:p>
      </dgm:t>
    </dgm:pt>
    <dgm:pt modelId="{0294F42F-4109-4B48-BFB6-26F819822EA3}" type="sibTrans" cxnId="{83F8D344-C68D-4EB5-800A-20F5E4AEF827}">
      <dgm:prSet/>
      <dgm:spPr/>
      <dgm:t>
        <a:bodyPr/>
        <a:lstStyle/>
        <a:p>
          <a:endParaRPr lang="en-US"/>
        </a:p>
      </dgm:t>
    </dgm:pt>
    <dgm:pt modelId="{602F4951-8915-463F-81AA-7F07D34892C3}">
      <dgm:prSet/>
      <dgm:spPr/>
      <dgm:t>
        <a:bodyPr/>
        <a:lstStyle/>
        <a:p>
          <a:r>
            <a:rPr lang="en-US"/>
            <a:t>INPUT panjang</a:t>
          </a:r>
        </a:p>
      </dgm:t>
    </dgm:pt>
    <dgm:pt modelId="{DC9CC770-B9BD-4FDB-A7FE-D4095A5EFE78}" type="parTrans" cxnId="{0F2744DF-A4B2-4AD9-800C-F84D2DDE6E7C}">
      <dgm:prSet/>
      <dgm:spPr/>
      <dgm:t>
        <a:bodyPr/>
        <a:lstStyle/>
        <a:p>
          <a:endParaRPr lang="en-US"/>
        </a:p>
      </dgm:t>
    </dgm:pt>
    <dgm:pt modelId="{48B923EF-4509-4108-B7DF-B2FD12AE624E}" type="sibTrans" cxnId="{0F2744DF-A4B2-4AD9-800C-F84D2DDE6E7C}">
      <dgm:prSet/>
      <dgm:spPr/>
      <dgm:t>
        <a:bodyPr/>
        <a:lstStyle/>
        <a:p>
          <a:endParaRPr lang="en-US"/>
        </a:p>
      </dgm:t>
    </dgm:pt>
    <dgm:pt modelId="{290FDC5C-72BF-48F1-999D-8C67E0D01C40}">
      <dgm:prSet/>
      <dgm:spPr/>
      <dgm:t>
        <a:bodyPr/>
        <a:lstStyle/>
        <a:p>
          <a:r>
            <a:rPr lang="en-US"/>
            <a:t>INPUT lebar</a:t>
          </a:r>
        </a:p>
      </dgm:t>
    </dgm:pt>
    <dgm:pt modelId="{281A9D62-F42B-4057-84ED-A4E11D896501}" type="parTrans" cxnId="{BC04297B-39BB-4AC1-82DB-18B26EC2146F}">
      <dgm:prSet/>
      <dgm:spPr/>
      <dgm:t>
        <a:bodyPr/>
        <a:lstStyle/>
        <a:p>
          <a:endParaRPr lang="en-US"/>
        </a:p>
      </dgm:t>
    </dgm:pt>
    <dgm:pt modelId="{BEC56260-6D62-446F-80DB-8BCA637518B5}" type="sibTrans" cxnId="{BC04297B-39BB-4AC1-82DB-18B26EC2146F}">
      <dgm:prSet/>
      <dgm:spPr/>
      <dgm:t>
        <a:bodyPr/>
        <a:lstStyle/>
        <a:p>
          <a:endParaRPr lang="en-US"/>
        </a:p>
      </dgm:t>
    </dgm:pt>
    <dgm:pt modelId="{13414060-9036-45A3-9AA0-A56D02582C7C}">
      <dgm:prSet/>
      <dgm:spPr/>
      <dgm:t>
        <a:bodyPr/>
        <a:lstStyle/>
        <a:p>
          <a:r>
            <a:rPr lang="en-US" dirty="0" err="1"/>
            <a:t>luas</a:t>
          </a:r>
          <a:r>
            <a:rPr lang="en-US" dirty="0"/>
            <a:t> = </a:t>
          </a:r>
          <a:r>
            <a:rPr lang="en-US" dirty="0" err="1"/>
            <a:t>panjang</a:t>
          </a:r>
          <a:r>
            <a:rPr lang="en-US" dirty="0"/>
            <a:t> * </a:t>
          </a:r>
          <a:r>
            <a:rPr lang="en-US" dirty="0" err="1"/>
            <a:t>lebar</a:t>
          </a:r>
          <a:endParaRPr lang="en-US" dirty="0"/>
        </a:p>
      </dgm:t>
    </dgm:pt>
    <dgm:pt modelId="{46776798-39A3-40D0-904A-D16A9177CAFA}" type="parTrans" cxnId="{0A3B7E4A-5E3C-425E-946A-EFAEB4D037CB}">
      <dgm:prSet/>
      <dgm:spPr/>
      <dgm:t>
        <a:bodyPr/>
        <a:lstStyle/>
        <a:p>
          <a:endParaRPr lang="en-US"/>
        </a:p>
      </dgm:t>
    </dgm:pt>
    <dgm:pt modelId="{B034AD23-B6DB-4425-84B9-ABDE4EDEE59E}" type="sibTrans" cxnId="{0A3B7E4A-5E3C-425E-946A-EFAEB4D037CB}">
      <dgm:prSet/>
      <dgm:spPr/>
      <dgm:t>
        <a:bodyPr/>
        <a:lstStyle/>
        <a:p>
          <a:endParaRPr lang="en-US"/>
        </a:p>
      </dgm:t>
    </dgm:pt>
    <dgm:pt modelId="{3B249905-3214-4B61-A7D9-64B0E976EC24}">
      <dgm:prSet/>
      <dgm:spPr/>
      <dgm:t>
        <a:bodyPr/>
        <a:lstStyle/>
        <a:p>
          <a:r>
            <a:rPr lang="en-US"/>
            <a:t>PRINT luas</a:t>
          </a:r>
        </a:p>
      </dgm:t>
    </dgm:pt>
    <dgm:pt modelId="{AF09194D-1789-4EE1-8C12-9BDBE569EC78}" type="parTrans" cxnId="{E81ECA32-0BA2-47A0-9E85-447A9644F8DE}">
      <dgm:prSet/>
      <dgm:spPr/>
      <dgm:t>
        <a:bodyPr/>
        <a:lstStyle/>
        <a:p>
          <a:endParaRPr lang="en-US"/>
        </a:p>
      </dgm:t>
    </dgm:pt>
    <dgm:pt modelId="{7482C9DB-2314-49A1-AA81-9C7B134784EC}" type="sibTrans" cxnId="{E81ECA32-0BA2-47A0-9E85-447A9644F8DE}">
      <dgm:prSet/>
      <dgm:spPr/>
      <dgm:t>
        <a:bodyPr/>
        <a:lstStyle/>
        <a:p>
          <a:endParaRPr lang="en-US"/>
        </a:p>
      </dgm:t>
    </dgm:pt>
    <dgm:pt modelId="{2A4BD566-A591-4029-ABF9-24BE1B7C95BF}">
      <dgm:prSet/>
      <dgm:spPr/>
      <dgm:t>
        <a:bodyPr/>
        <a:lstStyle/>
        <a:p>
          <a:r>
            <a:rPr lang="en-US"/>
            <a:t>END</a:t>
          </a:r>
        </a:p>
      </dgm:t>
    </dgm:pt>
    <dgm:pt modelId="{FFEAF2A8-9FE2-48BE-8D5E-9F369178CB7A}" type="parTrans" cxnId="{B36F183D-B63D-48F7-9B37-F1ABBF0D615F}">
      <dgm:prSet/>
      <dgm:spPr/>
      <dgm:t>
        <a:bodyPr/>
        <a:lstStyle/>
        <a:p>
          <a:endParaRPr lang="en-US"/>
        </a:p>
      </dgm:t>
    </dgm:pt>
    <dgm:pt modelId="{0DA80D97-A434-4825-B64C-77DA20928EE1}" type="sibTrans" cxnId="{B36F183D-B63D-48F7-9B37-F1ABBF0D615F}">
      <dgm:prSet/>
      <dgm:spPr/>
      <dgm:t>
        <a:bodyPr/>
        <a:lstStyle/>
        <a:p>
          <a:endParaRPr lang="en-US"/>
        </a:p>
      </dgm:t>
    </dgm:pt>
    <dgm:pt modelId="{85432EA3-82C0-44CE-9195-12E702DC924E}" type="pres">
      <dgm:prSet presAssocID="{943C9055-4CD7-4B3A-A3A8-E47299C6A7BF}" presName="vert0" presStyleCnt="0">
        <dgm:presLayoutVars>
          <dgm:dir/>
          <dgm:animOne val="branch"/>
          <dgm:animLvl val="lvl"/>
        </dgm:presLayoutVars>
      </dgm:prSet>
      <dgm:spPr/>
    </dgm:pt>
    <dgm:pt modelId="{17F344CD-5B67-442C-95E9-7FA024EF7FC4}" type="pres">
      <dgm:prSet presAssocID="{96D49360-798D-4A27-8080-926B4D73C984}" presName="thickLine" presStyleLbl="alignNode1" presStyleIdx="0" presStyleCnt="6"/>
      <dgm:spPr/>
    </dgm:pt>
    <dgm:pt modelId="{9B6D75D5-4A68-4C5B-BD5C-DF0BBDFF8447}" type="pres">
      <dgm:prSet presAssocID="{96D49360-798D-4A27-8080-926B4D73C984}" presName="horz1" presStyleCnt="0"/>
      <dgm:spPr/>
    </dgm:pt>
    <dgm:pt modelId="{B37EDE67-1A54-4A0D-AF69-A44FC3FB6A5D}" type="pres">
      <dgm:prSet presAssocID="{96D49360-798D-4A27-8080-926B4D73C984}" presName="tx1" presStyleLbl="revTx" presStyleIdx="0" presStyleCnt="6"/>
      <dgm:spPr/>
    </dgm:pt>
    <dgm:pt modelId="{D440FD2C-971B-4F7A-BA80-5AC399123625}" type="pres">
      <dgm:prSet presAssocID="{96D49360-798D-4A27-8080-926B4D73C984}" presName="vert1" presStyleCnt="0"/>
      <dgm:spPr/>
    </dgm:pt>
    <dgm:pt modelId="{9D6EC4F0-D8F0-4D6C-8FBA-3751C82B0EB4}" type="pres">
      <dgm:prSet presAssocID="{602F4951-8915-463F-81AA-7F07D34892C3}" presName="thickLine" presStyleLbl="alignNode1" presStyleIdx="1" presStyleCnt="6"/>
      <dgm:spPr/>
    </dgm:pt>
    <dgm:pt modelId="{26EE8B96-845F-4E69-8D0A-B30C2B9917C1}" type="pres">
      <dgm:prSet presAssocID="{602F4951-8915-463F-81AA-7F07D34892C3}" presName="horz1" presStyleCnt="0"/>
      <dgm:spPr/>
    </dgm:pt>
    <dgm:pt modelId="{64D70FC9-4986-431A-AA38-805A88E07ACE}" type="pres">
      <dgm:prSet presAssocID="{602F4951-8915-463F-81AA-7F07D34892C3}" presName="tx1" presStyleLbl="revTx" presStyleIdx="1" presStyleCnt="6"/>
      <dgm:spPr/>
    </dgm:pt>
    <dgm:pt modelId="{42318BE4-12D3-4AF3-A733-FBE903193B97}" type="pres">
      <dgm:prSet presAssocID="{602F4951-8915-463F-81AA-7F07D34892C3}" presName="vert1" presStyleCnt="0"/>
      <dgm:spPr/>
    </dgm:pt>
    <dgm:pt modelId="{5E63CD99-F1EA-426A-BFAF-134757BB637E}" type="pres">
      <dgm:prSet presAssocID="{290FDC5C-72BF-48F1-999D-8C67E0D01C40}" presName="thickLine" presStyleLbl="alignNode1" presStyleIdx="2" presStyleCnt="6"/>
      <dgm:spPr/>
    </dgm:pt>
    <dgm:pt modelId="{26B4304F-9CF2-4CE1-88DA-B94A0FF553F9}" type="pres">
      <dgm:prSet presAssocID="{290FDC5C-72BF-48F1-999D-8C67E0D01C40}" presName="horz1" presStyleCnt="0"/>
      <dgm:spPr/>
    </dgm:pt>
    <dgm:pt modelId="{B0104886-804A-47D9-BE41-93F611BD675E}" type="pres">
      <dgm:prSet presAssocID="{290FDC5C-72BF-48F1-999D-8C67E0D01C40}" presName="tx1" presStyleLbl="revTx" presStyleIdx="2" presStyleCnt="6"/>
      <dgm:spPr/>
    </dgm:pt>
    <dgm:pt modelId="{39787D19-2B23-4355-B0E7-0C704910D5B4}" type="pres">
      <dgm:prSet presAssocID="{290FDC5C-72BF-48F1-999D-8C67E0D01C40}" presName="vert1" presStyleCnt="0"/>
      <dgm:spPr/>
    </dgm:pt>
    <dgm:pt modelId="{0415A4C2-2E4C-4498-9946-7242374B383B}" type="pres">
      <dgm:prSet presAssocID="{13414060-9036-45A3-9AA0-A56D02582C7C}" presName="thickLine" presStyleLbl="alignNode1" presStyleIdx="3" presStyleCnt="6"/>
      <dgm:spPr/>
    </dgm:pt>
    <dgm:pt modelId="{0F019BF0-27BC-4C81-8A5C-797C86035377}" type="pres">
      <dgm:prSet presAssocID="{13414060-9036-45A3-9AA0-A56D02582C7C}" presName="horz1" presStyleCnt="0"/>
      <dgm:spPr/>
    </dgm:pt>
    <dgm:pt modelId="{EFB0D2F9-8425-4BDB-AE9E-80FDBA0CCCD3}" type="pres">
      <dgm:prSet presAssocID="{13414060-9036-45A3-9AA0-A56D02582C7C}" presName="tx1" presStyleLbl="revTx" presStyleIdx="3" presStyleCnt="6"/>
      <dgm:spPr/>
    </dgm:pt>
    <dgm:pt modelId="{5B5208F3-CFB5-47AC-B01D-E3670074601E}" type="pres">
      <dgm:prSet presAssocID="{13414060-9036-45A3-9AA0-A56D02582C7C}" presName="vert1" presStyleCnt="0"/>
      <dgm:spPr/>
    </dgm:pt>
    <dgm:pt modelId="{CBAA9247-0B9D-4A93-BAA2-87968876EE02}" type="pres">
      <dgm:prSet presAssocID="{3B249905-3214-4B61-A7D9-64B0E976EC24}" presName="thickLine" presStyleLbl="alignNode1" presStyleIdx="4" presStyleCnt="6"/>
      <dgm:spPr/>
    </dgm:pt>
    <dgm:pt modelId="{1A78E1B4-FC41-4AFA-B44B-9C4DF73938EB}" type="pres">
      <dgm:prSet presAssocID="{3B249905-3214-4B61-A7D9-64B0E976EC24}" presName="horz1" presStyleCnt="0"/>
      <dgm:spPr/>
    </dgm:pt>
    <dgm:pt modelId="{FC965857-7825-4F8A-ADFF-A8D6864A827D}" type="pres">
      <dgm:prSet presAssocID="{3B249905-3214-4B61-A7D9-64B0E976EC24}" presName="tx1" presStyleLbl="revTx" presStyleIdx="4" presStyleCnt="6"/>
      <dgm:spPr/>
    </dgm:pt>
    <dgm:pt modelId="{75C6152C-66AA-4510-B0A2-C8E356E058BE}" type="pres">
      <dgm:prSet presAssocID="{3B249905-3214-4B61-A7D9-64B0E976EC24}" presName="vert1" presStyleCnt="0"/>
      <dgm:spPr/>
    </dgm:pt>
    <dgm:pt modelId="{AFDB9A56-163E-48AA-852B-6C9E2419E799}" type="pres">
      <dgm:prSet presAssocID="{2A4BD566-A591-4029-ABF9-24BE1B7C95BF}" presName="thickLine" presStyleLbl="alignNode1" presStyleIdx="5" presStyleCnt="6"/>
      <dgm:spPr/>
    </dgm:pt>
    <dgm:pt modelId="{526CAE74-7162-43AF-A004-7FBBA7B58874}" type="pres">
      <dgm:prSet presAssocID="{2A4BD566-A591-4029-ABF9-24BE1B7C95BF}" presName="horz1" presStyleCnt="0"/>
      <dgm:spPr/>
    </dgm:pt>
    <dgm:pt modelId="{0D251502-BFAD-4088-9142-07FC6A660543}" type="pres">
      <dgm:prSet presAssocID="{2A4BD566-A591-4029-ABF9-24BE1B7C95BF}" presName="tx1" presStyleLbl="revTx" presStyleIdx="5" presStyleCnt="6"/>
      <dgm:spPr/>
    </dgm:pt>
    <dgm:pt modelId="{C0F680B6-086F-4440-8308-5C2957A9D86C}" type="pres">
      <dgm:prSet presAssocID="{2A4BD566-A591-4029-ABF9-24BE1B7C95BF}" presName="vert1" presStyleCnt="0"/>
      <dgm:spPr/>
    </dgm:pt>
  </dgm:ptLst>
  <dgm:cxnLst>
    <dgm:cxn modelId="{920CFC0D-D61B-46CD-A85E-BF1C27B2135A}" type="presOf" srcId="{290FDC5C-72BF-48F1-999D-8C67E0D01C40}" destId="{B0104886-804A-47D9-BE41-93F611BD675E}" srcOrd="0" destOrd="0" presId="urn:microsoft.com/office/officeart/2008/layout/LinedList"/>
    <dgm:cxn modelId="{05837E0F-6BF3-4B25-9607-6B83C250AEDA}" type="presOf" srcId="{943C9055-4CD7-4B3A-A3A8-E47299C6A7BF}" destId="{85432EA3-82C0-44CE-9195-12E702DC924E}" srcOrd="0" destOrd="0" presId="urn:microsoft.com/office/officeart/2008/layout/LinedList"/>
    <dgm:cxn modelId="{AA8C8E26-9B38-4B5A-ABD8-BE064D68EFD8}" type="presOf" srcId="{2A4BD566-A591-4029-ABF9-24BE1B7C95BF}" destId="{0D251502-BFAD-4088-9142-07FC6A660543}" srcOrd="0" destOrd="0" presId="urn:microsoft.com/office/officeart/2008/layout/LinedList"/>
    <dgm:cxn modelId="{E81ECA32-0BA2-47A0-9E85-447A9644F8DE}" srcId="{943C9055-4CD7-4B3A-A3A8-E47299C6A7BF}" destId="{3B249905-3214-4B61-A7D9-64B0E976EC24}" srcOrd="4" destOrd="0" parTransId="{AF09194D-1789-4EE1-8C12-9BDBE569EC78}" sibTransId="{7482C9DB-2314-49A1-AA81-9C7B134784EC}"/>
    <dgm:cxn modelId="{B36F183D-B63D-48F7-9B37-F1ABBF0D615F}" srcId="{943C9055-4CD7-4B3A-A3A8-E47299C6A7BF}" destId="{2A4BD566-A591-4029-ABF9-24BE1B7C95BF}" srcOrd="5" destOrd="0" parTransId="{FFEAF2A8-9FE2-48BE-8D5E-9F369178CB7A}" sibTransId="{0DA80D97-A434-4825-B64C-77DA20928EE1}"/>
    <dgm:cxn modelId="{83F8D344-C68D-4EB5-800A-20F5E4AEF827}" srcId="{943C9055-4CD7-4B3A-A3A8-E47299C6A7BF}" destId="{96D49360-798D-4A27-8080-926B4D73C984}" srcOrd="0" destOrd="0" parTransId="{688F64F0-9284-4CDA-A103-B313A2AE1026}" sibTransId="{0294F42F-4109-4B48-BFB6-26F819822EA3}"/>
    <dgm:cxn modelId="{0A3B7E4A-5E3C-425E-946A-EFAEB4D037CB}" srcId="{943C9055-4CD7-4B3A-A3A8-E47299C6A7BF}" destId="{13414060-9036-45A3-9AA0-A56D02582C7C}" srcOrd="3" destOrd="0" parTransId="{46776798-39A3-40D0-904A-D16A9177CAFA}" sibTransId="{B034AD23-B6DB-4425-84B9-ABDE4EDEE59E}"/>
    <dgm:cxn modelId="{CC42544C-85BA-41D2-B6B7-94F57D2DCA4C}" type="presOf" srcId="{13414060-9036-45A3-9AA0-A56D02582C7C}" destId="{EFB0D2F9-8425-4BDB-AE9E-80FDBA0CCCD3}" srcOrd="0" destOrd="0" presId="urn:microsoft.com/office/officeart/2008/layout/LinedList"/>
    <dgm:cxn modelId="{324C1754-CE0A-4CC6-80DC-4843A3F3616E}" type="presOf" srcId="{96D49360-798D-4A27-8080-926B4D73C984}" destId="{B37EDE67-1A54-4A0D-AF69-A44FC3FB6A5D}" srcOrd="0" destOrd="0" presId="urn:microsoft.com/office/officeart/2008/layout/LinedList"/>
    <dgm:cxn modelId="{BC04297B-39BB-4AC1-82DB-18B26EC2146F}" srcId="{943C9055-4CD7-4B3A-A3A8-E47299C6A7BF}" destId="{290FDC5C-72BF-48F1-999D-8C67E0D01C40}" srcOrd="2" destOrd="0" parTransId="{281A9D62-F42B-4057-84ED-A4E11D896501}" sibTransId="{BEC56260-6D62-446F-80DB-8BCA637518B5}"/>
    <dgm:cxn modelId="{45F1CCC2-7F37-425B-95CA-A444E22072E9}" type="presOf" srcId="{602F4951-8915-463F-81AA-7F07D34892C3}" destId="{64D70FC9-4986-431A-AA38-805A88E07ACE}" srcOrd="0" destOrd="0" presId="urn:microsoft.com/office/officeart/2008/layout/LinedList"/>
    <dgm:cxn modelId="{0F2744DF-A4B2-4AD9-800C-F84D2DDE6E7C}" srcId="{943C9055-4CD7-4B3A-A3A8-E47299C6A7BF}" destId="{602F4951-8915-463F-81AA-7F07D34892C3}" srcOrd="1" destOrd="0" parTransId="{DC9CC770-B9BD-4FDB-A7FE-D4095A5EFE78}" sibTransId="{48B923EF-4509-4108-B7DF-B2FD12AE624E}"/>
    <dgm:cxn modelId="{80171CEC-184C-442A-BB83-AE4419DB69E3}" type="presOf" srcId="{3B249905-3214-4B61-A7D9-64B0E976EC24}" destId="{FC965857-7825-4F8A-ADFF-A8D6864A827D}" srcOrd="0" destOrd="0" presId="urn:microsoft.com/office/officeart/2008/layout/LinedList"/>
    <dgm:cxn modelId="{BB8E6A72-4BFD-48AD-85F2-70213468C58D}" type="presParOf" srcId="{85432EA3-82C0-44CE-9195-12E702DC924E}" destId="{17F344CD-5B67-442C-95E9-7FA024EF7FC4}" srcOrd="0" destOrd="0" presId="urn:microsoft.com/office/officeart/2008/layout/LinedList"/>
    <dgm:cxn modelId="{CE2F7935-E641-4A2F-94C5-99268EF78443}" type="presParOf" srcId="{85432EA3-82C0-44CE-9195-12E702DC924E}" destId="{9B6D75D5-4A68-4C5B-BD5C-DF0BBDFF8447}" srcOrd="1" destOrd="0" presId="urn:microsoft.com/office/officeart/2008/layout/LinedList"/>
    <dgm:cxn modelId="{4C7305FF-6D9C-469A-B188-6696C5A25E40}" type="presParOf" srcId="{9B6D75D5-4A68-4C5B-BD5C-DF0BBDFF8447}" destId="{B37EDE67-1A54-4A0D-AF69-A44FC3FB6A5D}" srcOrd="0" destOrd="0" presId="urn:microsoft.com/office/officeart/2008/layout/LinedList"/>
    <dgm:cxn modelId="{3B80D5D6-437F-47B3-9E4F-534E394F3438}" type="presParOf" srcId="{9B6D75D5-4A68-4C5B-BD5C-DF0BBDFF8447}" destId="{D440FD2C-971B-4F7A-BA80-5AC399123625}" srcOrd="1" destOrd="0" presId="urn:microsoft.com/office/officeart/2008/layout/LinedList"/>
    <dgm:cxn modelId="{9BD935C5-D143-495A-B308-C3AD56716595}" type="presParOf" srcId="{85432EA3-82C0-44CE-9195-12E702DC924E}" destId="{9D6EC4F0-D8F0-4D6C-8FBA-3751C82B0EB4}" srcOrd="2" destOrd="0" presId="urn:microsoft.com/office/officeart/2008/layout/LinedList"/>
    <dgm:cxn modelId="{9F79E791-2963-49CB-82FA-28318E9495F7}" type="presParOf" srcId="{85432EA3-82C0-44CE-9195-12E702DC924E}" destId="{26EE8B96-845F-4E69-8D0A-B30C2B9917C1}" srcOrd="3" destOrd="0" presId="urn:microsoft.com/office/officeart/2008/layout/LinedList"/>
    <dgm:cxn modelId="{A1907213-5965-4580-8D88-41C4F2A73EDB}" type="presParOf" srcId="{26EE8B96-845F-4E69-8D0A-B30C2B9917C1}" destId="{64D70FC9-4986-431A-AA38-805A88E07ACE}" srcOrd="0" destOrd="0" presId="urn:microsoft.com/office/officeart/2008/layout/LinedList"/>
    <dgm:cxn modelId="{C74C0BD0-94FE-4C86-8256-55AB2B2330B7}" type="presParOf" srcId="{26EE8B96-845F-4E69-8D0A-B30C2B9917C1}" destId="{42318BE4-12D3-4AF3-A733-FBE903193B97}" srcOrd="1" destOrd="0" presId="urn:microsoft.com/office/officeart/2008/layout/LinedList"/>
    <dgm:cxn modelId="{5EB7EEAE-765A-49CD-9322-5E31965B32D1}" type="presParOf" srcId="{85432EA3-82C0-44CE-9195-12E702DC924E}" destId="{5E63CD99-F1EA-426A-BFAF-134757BB637E}" srcOrd="4" destOrd="0" presId="urn:microsoft.com/office/officeart/2008/layout/LinedList"/>
    <dgm:cxn modelId="{0641CA2E-C9A2-4F2E-AF29-7D999FAA14D0}" type="presParOf" srcId="{85432EA3-82C0-44CE-9195-12E702DC924E}" destId="{26B4304F-9CF2-4CE1-88DA-B94A0FF553F9}" srcOrd="5" destOrd="0" presId="urn:microsoft.com/office/officeart/2008/layout/LinedList"/>
    <dgm:cxn modelId="{25CF73C5-F5CE-4D72-9604-80B38F44EAAA}" type="presParOf" srcId="{26B4304F-9CF2-4CE1-88DA-B94A0FF553F9}" destId="{B0104886-804A-47D9-BE41-93F611BD675E}" srcOrd="0" destOrd="0" presId="urn:microsoft.com/office/officeart/2008/layout/LinedList"/>
    <dgm:cxn modelId="{85B57E9E-12B2-4591-8E91-F19888B0B4AE}" type="presParOf" srcId="{26B4304F-9CF2-4CE1-88DA-B94A0FF553F9}" destId="{39787D19-2B23-4355-B0E7-0C704910D5B4}" srcOrd="1" destOrd="0" presId="urn:microsoft.com/office/officeart/2008/layout/LinedList"/>
    <dgm:cxn modelId="{57F86FCF-74C6-4C58-A456-B0FE3BD129F7}" type="presParOf" srcId="{85432EA3-82C0-44CE-9195-12E702DC924E}" destId="{0415A4C2-2E4C-4498-9946-7242374B383B}" srcOrd="6" destOrd="0" presId="urn:microsoft.com/office/officeart/2008/layout/LinedList"/>
    <dgm:cxn modelId="{66D5A593-8FF1-4839-8F68-76BD27BBE394}" type="presParOf" srcId="{85432EA3-82C0-44CE-9195-12E702DC924E}" destId="{0F019BF0-27BC-4C81-8A5C-797C86035377}" srcOrd="7" destOrd="0" presId="urn:microsoft.com/office/officeart/2008/layout/LinedList"/>
    <dgm:cxn modelId="{77A69BC0-D898-4BF4-9013-4C1BB79B3DF4}" type="presParOf" srcId="{0F019BF0-27BC-4C81-8A5C-797C86035377}" destId="{EFB0D2F9-8425-4BDB-AE9E-80FDBA0CCCD3}" srcOrd="0" destOrd="0" presId="urn:microsoft.com/office/officeart/2008/layout/LinedList"/>
    <dgm:cxn modelId="{30D37F48-35EC-470B-A935-158C499F523F}" type="presParOf" srcId="{0F019BF0-27BC-4C81-8A5C-797C86035377}" destId="{5B5208F3-CFB5-47AC-B01D-E3670074601E}" srcOrd="1" destOrd="0" presId="urn:microsoft.com/office/officeart/2008/layout/LinedList"/>
    <dgm:cxn modelId="{70719FDA-DE87-4632-9F8E-5B609F842B07}" type="presParOf" srcId="{85432EA3-82C0-44CE-9195-12E702DC924E}" destId="{CBAA9247-0B9D-4A93-BAA2-87968876EE02}" srcOrd="8" destOrd="0" presId="urn:microsoft.com/office/officeart/2008/layout/LinedList"/>
    <dgm:cxn modelId="{1A5F7158-5142-4895-8686-4380AC3B65B2}" type="presParOf" srcId="{85432EA3-82C0-44CE-9195-12E702DC924E}" destId="{1A78E1B4-FC41-4AFA-B44B-9C4DF73938EB}" srcOrd="9" destOrd="0" presId="urn:microsoft.com/office/officeart/2008/layout/LinedList"/>
    <dgm:cxn modelId="{3B2E4AE7-F930-4D4B-A400-6D05871AE694}" type="presParOf" srcId="{1A78E1B4-FC41-4AFA-B44B-9C4DF73938EB}" destId="{FC965857-7825-4F8A-ADFF-A8D6864A827D}" srcOrd="0" destOrd="0" presId="urn:microsoft.com/office/officeart/2008/layout/LinedList"/>
    <dgm:cxn modelId="{F72F1EC0-D045-46F6-B602-9862B6C120C3}" type="presParOf" srcId="{1A78E1B4-FC41-4AFA-B44B-9C4DF73938EB}" destId="{75C6152C-66AA-4510-B0A2-C8E356E058BE}" srcOrd="1" destOrd="0" presId="urn:microsoft.com/office/officeart/2008/layout/LinedList"/>
    <dgm:cxn modelId="{21027A91-CD93-4032-AA2E-E81CFBCB5E1E}" type="presParOf" srcId="{85432EA3-82C0-44CE-9195-12E702DC924E}" destId="{AFDB9A56-163E-48AA-852B-6C9E2419E799}" srcOrd="10" destOrd="0" presId="urn:microsoft.com/office/officeart/2008/layout/LinedList"/>
    <dgm:cxn modelId="{9798BDA2-1D8C-4DD6-BE7E-7C54D5E10557}" type="presParOf" srcId="{85432EA3-82C0-44CE-9195-12E702DC924E}" destId="{526CAE74-7162-43AF-A004-7FBBA7B58874}" srcOrd="11" destOrd="0" presId="urn:microsoft.com/office/officeart/2008/layout/LinedList"/>
    <dgm:cxn modelId="{76F323BE-6775-464F-8154-2E52C5D31AC2}" type="presParOf" srcId="{526CAE74-7162-43AF-A004-7FBBA7B58874}" destId="{0D251502-BFAD-4088-9142-07FC6A660543}" srcOrd="0" destOrd="0" presId="urn:microsoft.com/office/officeart/2008/layout/LinedList"/>
    <dgm:cxn modelId="{7DBBAD59-6B66-4D29-BDF8-3A58986DDD5A}" type="presParOf" srcId="{526CAE74-7162-43AF-A004-7FBBA7B58874}" destId="{C0F680B6-086F-4440-8308-5C2957A9D86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CA2684-CF97-4A85-9EF5-8918BE6A7EE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5F72E35-91C3-406C-8DA7-8EA736FF50D3}">
      <dgm:prSet/>
      <dgm:spPr/>
      <dgm:t>
        <a:bodyPr/>
        <a:lstStyle/>
        <a:p>
          <a:r>
            <a:rPr lang="en-US" b="0" i="0" baseline="0"/>
            <a:t>Mulai</a:t>
          </a:r>
          <a:endParaRPr lang="en-US"/>
        </a:p>
      </dgm:t>
    </dgm:pt>
    <dgm:pt modelId="{7390D1EA-4978-4A2F-A3ED-92C9A645E9C9}" type="parTrans" cxnId="{6807D0B1-2FD6-4BC1-A466-5EDE0F76BD0A}">
      <dgm:prSet/>
      <dgm:spPr/>
      <dgm:t>
        <a:bodyPr/>
        <a:lstStyle/>
        <a:p>
          <a:endParaRPr lang="en-US"/>
        </a:p>
      </dgm:t>
    </dgm:pt>
    <dgm:pt modelId="{F1C5C82C-8CD5-420F-BD82-0B4099F9A871}" type="sibTrans" cxnId="{6807D0B1-2FD6-4BC1-A466-5EDE0F76BD0A}">
      <dgm:prSet/>
      <dgm:spPr/>
      <dgm:t>
        <a:bodyPr/>
        <a:lstStyle/>
        <a:p>
          <a:endParaRPr lang="en-US"/>
        </a:p>
      </dgm:t>
    </dgm:pt>
    <dgm:pt modelId="{1B8A44D3-F026-4C15-87B2-0395656EA972}">
      <dgm:prSet/>
      <dgm:spPr/>
      <dgm:t>
        <a:bodyPr/>
        <a:lstStyle/>
        <a:p>
          <a:r>
            <a:rPr lang="en-US" b="0" i="0" baseline="0"/>
            <a:t>Input gaji_pokok</a:t>
          </a:r>
          <a:endParaRPr lang="en-US"/>
        </a:p>
      </dgm:t>
    </dgm:pt>
    <dgm:pt modelId="{3C8A9633-2159-4EEC-81C5-833BEB3A5945}" type="parTrans" cxnId="{4D86CDB1-FBA7-4874-BAF2-94622D22B63F}">
      <dgm:prSet/>
      <dgm:spPr/>
      <dgm:t>
        <a:bodyPr/>
        <a:lstStyle/>
        <a:p>
          <a:endParaRPr lang="en-US"/>
        </a:p>
      </dgm:t>
    </dgm:pt>
    <dgm:pt modelId="{6D9EBE81-B6E9-43C8-BEDE-2CBE85E1B168}" type="sibTrans" cxnId="{4D86CDB1-FBA7-4874-BAF2-94622D22B63F}">
      <dgm:prSet/>
      <dgm:spPr/>
      <dgm:t>
        <a:bodyPr/>
        <a:lstStyle/>
        <a:p>
          <a:endParaRPr lang="en-US"/>
        </a:p>
      </dgm:t>
    </dgm:pt>
    <dgm:pt modelId="{BF5CD82B-6701-4035-BDC1-6DAB90CB82D1}">
      <dgm:prSet/>
      <dgm:spPr/>
      <dgm:t>
        <a:bodyPr/>
        <a:lstStyle/>
        <a:p>
          <a:r>
            <a:rPr lang="en-US" b="0" i="0" baseline="0"/>
            <a:t>Input tunjangan</a:t>
          </a:r>
          <a:endParaRPr lang="en-US"/>
        </a:p>
      </dgm:t>
    </dgm:pt>
    <dgm:pt modelId="{CA65445D-62E9-445F-A27D-A9DBB0907BD6}" type="parTrans" cxnId="{EBF77088-BAC5-4A02-A694-26415B589BD4}">
      <dgm:prSet/>
      <dgm:spPr/>
      <dgm:t>
        <a:bodyPr/>
        <a:lstStyle/>
        <a:p>
          <a:endParaRPr lang="en-US"/>
        </a:p>
      </dgm:t>
    </dgm:pt>
    <dgm:pt modelId="{61F52613-5B62-4D84-835C-87745920E887}" type="sibTrans" cxnId="{EBF77088-BAC5-4A02-A694-26415B589BD4}">
      <dgm:prSet/>
      <dgm:spPr/>
      <dgm:t>
        <a:bodyPr/>
        <a:lstStyle/>
        <a:p>
          <a:endParaRPr lang="en-US"/>
        </a:p>
      </dgm:t>
    </dgm:pt>
    <dgm:pt modelId="{CDC60D42-DA9E-4D11-8C0C-5BE38A4F9913}">
      <dgm:prSet/>
      <dgm:spPr/>
      <dgm:t>
        <a:bodyPr/>
        <a:lstStyle/>
        <a:p>
          <a:r>
            <a:rPr lang="en-US" b="0" i="0" baseline="0"/>
            <a:t>Input potongan</a:t>
          </a:r>
          <a:endParaRPr lang="en-US"/>
        </a:p>
      </dgm:t>
    </dgm:pt>
    <dgm:pt modelId="{384BF9C8-AA45-4E7F-888D-71AB9E4C2459}" type="parTrans" cxnId="{1C359CAA-9ACD-4B88-BE7C-7916D499C1A7}">
      <dgm:prSet/>
      <dgm:spPr/>
      <dgm:t>
        <a:bodyPr/>
        <a:lstStyle/>
        <a:p>
          <a:endParaRPr lang="en-US"/>
        </a:p>
      </dgm:t>
    </dgm:pt>
    <dgm:pt modelId="{AD315059-88D7-4ECA-BBDD-3A5D40E0C186}" type="sibTrans" cxnId="{1C359CAA-9ACD-4B88-BE7C-7916D499C1A7}">
      <dgm:prSet/>
      <dgm:spPr/>
      <dgm:t>
        <a:bodyPr/>
        <a:lstStyle/>
        <a:p>
          <a:endParaRPr lang="en-US"/>
        </a:p>
      </dgm:t>
    </dgm:pt>
    <dgm:pt modelId="{C60CD1EA-C4A0-41BB-A5E6-1C82FBC8E7D6}">
      <dgm:prSet/>
      <dgm:spPr/>
      <dgm:t>
        <a:bodyPr/>
        <a:lstStyle/>
        <a:p>
          <a:r>
            <a:rPr lang="en-US" b="0" i="0" baseline="0"/>
            <a:t>Hitung gaji_bersih = gaji_pokok + tunjangan - potongan</a:t>
          </a:r>
          <a:endParaRPr lang="en-US"/>
        </a:p>
      </dgm:t>
    </dgm:pt>
    <dgm:pt modelId="{3BEC54D5-11FA-4D52-87D9-C5C22B39E5E6}" type="parTrans" cxnId="{1CF345DE-BCFD-4AB5-B26F-EF2D62BC1140}">
      <dgm:prSet/>
      <dgm:spPr/>
      <dgm:t>
        <a:bodyPr/>
        <a:lstStyle/>
        <a:p>
          <a:endParaRPr lang="en-US"/>
        </a:p>
      </dgm:t>
    </dgm:pt>
    <dgm:pt modelId="{8FB13CA4-1656-4AF2-8F79-BECF5192348B}" type="sibTrans" cxnId="{1CF345DE-BCFD-4AB5-B26F-EF2D62BC1140}">
      <dgm:prSet/>
      <dgm:spPr/>
      <dgm:t>
        <a:bodyPr/>
        <a:lstStyle/>
        <a:p>
          <a:endParaRPr lang="en-US"/>
        </a:p>
      </dgm:t>
    </dgm:pt>
    <dgm:pt modelId="{95F918D8-59FB-4F53-A0B5-545FDC18357B}">
      <dgm:prSet/>
      <dgm:spPr/>
      <dgm:t>
        <a:bodyPr/>
        <a:lstStyle/>
        <a:p>
          <a:r>
            <a:rPr lang="en-US" b="0" i="0" baseline="0"/>
            <a:t>Tampilkan gaji_bersih</a:t>
          </a:r>
          <a:endParaRPr lang="en-US"/>
        </a:p>
      </dgm:t>
    </dgm:pt>
    <dgm:pt modelId="{827B02DA-E2D5-44D3-B417-C4084197E625}" type="parTrans" cxnId="{4631D636-664F-44AE-BA5D-C1056CE54983}">
      <dgm:prSet/>
      <dgm:spPr/>
      <dgm:t>
        <a:bodyPr/>
        <a:lstStyle/>
        <a:p>
          <a:endParaRPr lang="en-US"/>
        </a:p>
      </dgm:t>
    </dgm:pt>
    <dgm:pt modelId="{695D312D-0BCF-4D3B-987F-0451F9507128}" type="sibTrans" cxnId="{4631D636-664F-44AE-BA5D-C1056CE54983}">
      <dgm:prSet/>
      <dgm:spPr/>
      <dgm:t>
        <a:bodyPr/>
        <a:lstStyle/>
        <a:p>
          <a:endParaRPr lang="en-US"/>
        </a:p>
      </dgm:t>
    </dgm:pt>
    <dgm:pt modelId="{6EF2A6FB-AC53-47BF-83A5-8D220B0C4FE3}">
      <dgm:prSet/>
      <dgm:spPr/>
      <dgm:t>
        <a:bodyPr/>
        <a:lstStyle/>
        <a:p>
          <a:r>
            <a:rPr lang="en-US" b="0" i="0" baseline="0"/>
            <a:t>Selesai</a:t>
          </a:r>
          <a:endParaRPr lang="en-US"/>
        </a:p>
      </dgm:t>
    </dgm:pt>
    <dgm:pt modelId="{3C7BCD1E-618C-4FEC-A8C8-D2D8E4A6584E}" type="parTrans" cxnId="{61404D82-A818-4291-924A-E64B498EF6FB}">
      <dgm:prSet/>
      <dgm:spPr/>
      <dgm:t>
        <a:bodyPr/>
        <a:lstStyle/>
        <a:p>
          <a:endParaRPr lang="en-US"/>
        </a:p>
      </dgm:t>
    </dgm:pt>
    <dgm:pt modelId="{27C4ED87-1CCF-465F-B70F-3FEF0FFF94E2}" type="sibTrans" cxnId="{61404D82-A818-4291-924A-E64B498EF6FB}">
      <dgm:prSet/>
      <dgm:spPr/>
      <dgm:t>
        <a:bodyPr/>
        <a:lstStyle/>
        <a:p>
          <a:endParaRPr lang="en-US"/>
        </a:p>
      </dgm:t>
    </dgm:pt>
    <dgm:pt modelId="{8A7723A5-EF37-427B-B32D-7C9663F97289}" type="pres">
      <dgm:prSet presAssocID="{7ECA2684-CF97-4A85-9EF5-8918BE6A7EED}" presName="vert0" presStyleCnt="0">
        <dgm:presLayoutVars>
          <dgm:dir/>
          <dgm:animOne val="branch"/>
          <dgm:animLvl val="lvl"/>
        </dgm:presLayoutVars>
      </dgm:prSet>
      <dgm:spPr/>
    </dgm:pt>
    <dgm:pt modelId="{99BF7987-5D45-4192-91D8-625C9E45ACE1}" type="pres">
      <dgm:prSet presAssocID="{15F72E35-91C3-406C-8DA7-8EA736FF50D3}" presName="thickLine" presStyleLbl="alignNode1" presStyleIdx="0" presStyleCnt="7"/>
      <dgm:spPr/>
    </dgm:pt>
    <dgm:pt modelId="{D5285A60-8D95-4111-9192-E5AA6AEC0EAA}" type="pres">
      <dgm:prSet presAssocID="{15F72E35-91C3-406C-8DA7-8EA736FF50D3}" presName="horz1" presStyleCnt="0"/>
      <dgm:spPr/>
    </dgm:pt>
    <dgm:pt modelId="{2776F66D-15A9-4617-BE64-9DF3A79F0C25}" type="pres">
      <dgm:prSet presAssocID="{15F72E35-91C3-406C-8DA7-8EA736FF50D3}" presName="tx1" presStyleLbl="revTx" presStyleIdx="0" presStyleCnt="7"/>
      <dgm:spPr/>
    </dgm:pt>
    <dgm:pt modelId="{8F0623C5-1DBB-4549-ABE7-1E320CE9BCA2}" type="pres">
      <dgm:prSet presAssocID="{15F72E35-91C3-406C-8DA7-8EA736FF50D3}" presName="vert1" presStyleCnt="0"/>
      <dgm:spPr/>
    </dgm:pt>
    <dgm:pt modelId="{8D60DA50-C597-4A6A-AE02-060640078F69}" type="pres">
      <dgm:prSet presAssocID="{1B8A44D3-F026-4C15-87B2-0395656EA972}" presName="thickLine" presStyleLbl="alignNode1" presStyleIdx="1" presStyleCnt="7"/>
      <dgm:spPr/>
    </dgm:pt>
    <dgm:pt modelId="{38150316-8ECE-4D7D-BBB3-C47FC7B7D62F}" type="pres">
      <dgm:prSet presAssocID="{1B8A44D3-F026-4C15-87B2-0395656EA972}" presName="horz1" presStyleCnt="0"/>
      <dgm:spPr/>
    </dgm:pt>
    <dgm:pt modelId="{08BC1164-0B5E-40C0-A8CE-34C8B1F34001}" type="pres">
      <dgm:prSet presAssocID="{1B8A44D3-F026-4C15-87B2-0395656EA972}" presName="tx1" presStyleLbl="revTx" presStyleIdx="1" presStyleCnt="7"/>
      <dgm:spPr/>
    </dgm:pt>
    <dgm:pt modelId="{6F8BA936-3847-448A-93AC-52365920E577}" type="pres">
      <dgm:prSet presAssocID="{1B8A44D3-F026-4C15-87B2-0395656EA972}" presName="vert1" presStyleCnt="0"/>
      <dgm:spPr/>
    </dgm:pt>
    <dgm:pt modelId="{5A1DF744-2D55-459E-8346-3E2E2C90653C}" type="pres">
      <dgm:prSet presAssocID="{BF5CD82B-6701-4035-BDC1-6DAB90CB82D1}" presName="thickLine" presStyleLbl="alignNode1" presStyleIdx="2" presStyleCnt="7"/>
      <dgm:spPr/>
    </dgm:pt>
    <dgm:pt modelId="{D8A7862A-6F4E-46FA-A44D-A500BE9A9D82}" type="pres">
      <dgm:prSet presAssocID="{BF5CD82B-6701-4035-BDC1-6DAB90CB82D1}" presName="horz1" presStyleCnt="0"/>
      <dgm:spPr/>
    </dgm:pt>
    <dgm:pt modelId="{134F2325-4620-41AC-B71B-6BB2FF192F36}" type="pres">
      <dgm:prSet presAssocID="{BF5CD82B-6701-4035-BDC1-6DAB90CB82D1}" presName="tx1" presStyleLbl="revTx" presStyleIdx="2" presStyleCnt="7"/>
      <dgm:spPr/>
    </dgm:pt>
    <dgm:pt modelId="{5FF503CA-BAAE-41CE-A2EB-E0C2E74175C9}" type="pres">
      <dgm:prSet presAssocID="{BF5CD82B-6701-4035-BDC1-6DAB90CB82D1}" presName="vert1" presStyleCnt="0"/>
      <dgm:spPr/>
    </dgm:pt>
    <dgm:pt modelId="{66913A88-184B-48DA-BC9E-9AC67873A244}" type="pres">
      <dgm:prSet presAssocID="{CDC60D42-DA9E-4D11-8C0C-5BE38A4F9913}" presName="thickLine" presStyleLbl="alignNode1" presStyleIdx="3" presStyleCnt="7"/>
      <dgm:spPr/>
    </dgm:pt>
    <dgm:pt modelId="{D726391D-B052-420E-8784-BD68873E389B}" type="pres">
      <dgm:prSet presAssocID="{CDC60D42-DA9E-4D11-8C0C-5BE38A4F9913}" presName="horz1" presStyleCnt="0"/>
      <dgm:spPr/>
    </dgm:pt>
    <dgm:pt modelId="{D23FB446-303F-40F9-9BB0-93BE00E5403A}" type="pres">
      <dgm:prSet presAssocID="{CDC60D42-DA9E-4D11-8C0C-5BE38A4F9913}" presName="tx1" presStyleLbl="revTx" presStyleIdx="3" presStyleCnt="7"/>
      <dgm:spPr/>
    </dgm:pt>
    <dgm:pt modelId="{85E9802C-2556-4250-AF8F-18A8299B5D3A}" type="pres">
      <dgm:prSet presAssocID="{CDC60D42-DA9E-4D11-8C0C-5BE38A4F9913}" presName="vert1" presStyleCnt="0"/>
      <dgm:spPr/>
    </dgm:pt>
    <dgm:pt modelId="{74BDDD09-1B48-4F89-94E0-75B00387F8BC}" type="pres">
      <dgm:prSet presAssocID="{C60CD1EA-C4A0-41BB-A5E6-1C82FBC8E7D6}" presName="thickLine" presStyleLbl="alignNode1" presStyleIdx="4" presStyleCnt="7"/>
      <dgm:spPr/>
    </dgm:pt>
    <dgm:pt modelId="{516A87FC-7697-4DFF-BC0D-DCA99889D5E4}" type="pres">
      <dgm:prSet presAssocID="{C60CD1EA-C4A0-41BB-A5E6-1C82FBC8E7D6}" presName="horz1" presStyleCnt="0"/>
      <dgm:spPr/>
    </dgm:pt>
    <dgm:pt modelId="{083C5273-FBB1-48D9-804A-397D289B7251}" type="pres">
      <dgm:prSet presAssocID="{C60CD1EA-C4A0-41BB-A5E6-1C82FBC8E7D6}" presName="tx1" presStyleLbl="revTx" presStyleIdx="4" presStyleCnt="7"/>
      <dgm:spPr/>
    </dgm:pt>
    <dgm:pt modelId="{A59AA258-F6B8-4EF1-9112-707B742A73C4}" type="pres">
      <dgm:prSet presAssocID="{C60CD1EA-C4A0-41BB-A5E6-1C82FBC8E7D6}" presName="vert1" presStyleCnt="0"/>
      <dgm:spPr/>
    </dgm:pt>
    <dgm:pt modelId="{409049B5-B861-4DA4-BDBD-8AE26FB462B5}" type="pres">
      <dgm:prSet presAssocID="{95F918D8-59FB-4F53-A0B5-545FDC18357B}" presName="thickLine" presStyleLbl="alignNode1" presStyleIdx="5" presStyleCnt="7"/>
      <dgm:spPr/>
    </dgm:pt>
    <dgm:pt modelId="{220B81A7-1B3B-4040-B43D-E0D129EF6841}" type="pres">
      <dgm:prSet presAssocID="{95F918D8-59FB-4F53-A0B5-545FDC18357B}" presName="horz1" presStyleCnt="0"/>
      <dgm:spPr/>
    </dgm:pt>
    <dgm:pt modelId="{7250ECD0-B66A-4990-A60E-15F834A2019F}" type="pres">
      <dgm:prSet presAssocID="{95F918D8-59FB-4F53-A0B5-545FDC18357B}" presName="tx1" presStyleLbl="revTx" presStyleIdx="5" presStyleCnt="7"/>
      <dgm:spPr/>
    </dgm:pt>
    <dgm:pt modelId="{AA8B6044-D229-4E89-94D6-4F3E167ACF28}" type="pres">
      <dgm:prSet presAssocID="{95F918D8-59FB-4F53-A0B5-545FDC18357B}" presName="vert1" presStyleCnt="0"/>
      <dgm:spPr/>
    </dgm:pt>
    <dgm:pt modelId="{7CD31D3A-BCA0-492D-9691-5063D28FFD8E}" type="pres">
      <dgm:prSet presAssocID="{6EF2A6FB-AC53-47BF-83A5-8D220B0C4FE3}" presName="thickLine" presStyleLbl="alignNode1" presStyleIdx="6" presStyleCnt="7"/>
      <dgm:spPr/>
    </dgm:pt>
    <dgm:pt modelId="{6616E4F5-3397-446A-83E5-B6D011F986AE}" type="pres">
      <dgm:prSet presAssocID="{6EF2A6FB-AC53-47BF-83A5-8D220B0C4FE3}" presName="horz1" presStyleCnt="0"/>
      <dgm:spPr/>
    </dgm:pt>
    <dgm:pt modelId="{CF30B22F-D104-4E72-A434-306358791423}" type="pres">
      <dgm:prSet presAssocID="{6EF2A6FB-AC53-47BF-83A5-8D220B0C4FE3}" presName="tx1" presStyleLbl="revTx" presStyleIdx="6" presStyleCnt="7"/>
      <dgm:spPr/>
    </dgm:pt>
    <dgm:pt modelId="{F7893050-47F8-4B34-BBD7-4E08BBA01BA6}" type="pres">
      <dgm:prSet presAssocID="{6EF2A6FB-AC53-47BF-83A5-8D220B0C4FE3}" presName="vert1" presStyleCnt="0"/>
      <dgm:spPr/>
    </dgm:pt>
  </dgm:ptLst>
  <dgm:cxnLst>
    <dgm:cxn modelId="{5F4F9827-6E34-47C1-AA6D-4E1B3E8FEBF6}" type="presOf" srcId="{CDC60D42-DA9E-4D11-8C0C-5BE38A4F9913}" destId="{D23FB446-303F-40F9-9BB0-93BE00E5403A}" srcOrd="0" destOrd="0" presId="urn:microsoft.com/office/officeart/2008/layout/LinedList"/>
    <dgm:cxn modelId="{4631D636-664F-44AE-BA5D-C1056CE54983}" srcId="{7ECA2684-CF97-4A85-9EF5-8918BE6A7EED}" destId="{95F918D8-59FB-4F53-A0B5-545FDC18357B}" srcOrd="5" destOrd="0" parTransId="{827B02DA-E2D5-44D3-B417-C4084197E625}" sibTransId="{695D312D-0BCF-4D3B-987F-0451F9507128}"/>
    <dgm:cxn modelId="{503F4A5B-A0EB-4080-A127-5635F0A48DA5}" type="presOf" srcId="{6EF2A6FB-AC53-47BF-83A5-8D220B0C4FE3}" destId="{CF30B22F-D104-4E72-A434-306358791423}" srcOrd="0" destOrd="0" presId="urn:microsoft.com/office/officeart/2008/layout/LinedList"/>
    <dgm:cxn modelId="{F679176E-E84A-41CB-B26D-B3EF69B512A3}" type="presOf" srcId="{95F918D8-59FB-4F53-A0B5-545FDC18357B}" destId="{7250ECD0-B66A-4990-A60E-15F834A2019F}" srcOrd="0" destOrd="0" presId="urn:microsoft.com/office/officeart/2008/layout/LinedList"/>
    <dgm:cxn modelId="{61404D82-A818-4291-924A-E64B498EF6FB}" srcId="{7ECA2684-CF97-4A85-9EF5-8918BE6A7EED}" destId="{6EF2A6FB-AC53-47BF-83A5-8D220B0C4FE3}" srcOrd="6" destOrd="0" parTransId="{3C7BCD1E-618C-4FEC-A8C8-D2D8E4A6584E}" sibTransId="{27C4ED87-1CCF-465F-B70F-3FEF0FFF94E2}"/>
    <dgm:cxn modelId="{EBF77088-BAC5-4A02-A694-26415B589BD4}" srcId="{7ECA2684-CF97-4A85-9EF5-8918BE6A7EED}" destId="{BF5CD82B-6701-4035-BDC1-6DAB90CB82D1}" srcOrd="2" destOrd="0" parTransId="{CA65445D-62E9-445F-A27D-A9DBB0907BD6}" sibTransId="{61F52613-5B62-4D84-835C-87745920E887}"/>
    <dgm:cxn modelId="{7FA13793-13B6-47CD-9DF2-FFF578BFB5B6}" type="presOf" srcId="{BF5CD82B-6701-4035-BDC1-6DAB90CB82D1}" destId="{134F2325-4620-41AC-B71B-6BB2FF192F36}" srcOrd="0" destOrd="0" presId="urn:microsoft.com/office/officeart/2008/layout/LinedList"/>
    <dgm:cxn modelId="{1C359CAA-9ACD-4B88-BE7C-7916D499C1A7}" srcId="{7ECA2684-CF97-4A85-9EF5-8918BE6A7EED}" destId="{CDC60D42-DA9E-4D11-8C0C-5BE38A4F9913}" srcOrd="3" destOrd="0" parTransId="{384BF9C8-AA45-4E7F-888D-71AB9E4C2459}" sibTransId="{AD315059-88D7-4ECA-BBDD-3A5D40E0C186}"/>
    <dgm:cxn modelId="{4D86CDB1-FBA7-4874-BAF2-94622D22B63F}" srcId="{7ECA2684-CF97-4A85-9EF5-8918BE6A7EED}" destId="{1B8A44D3-F026-4C15-87B2-0395656EA972}" srcOrd="1" destOrd="0" parTransId="{3C8A9633-2159-4EEC-81C5-833BEB3A5945}" sibTransId="{6D9EBE81-B6E9-43C8-BEDE-2CBE85E1B168}"/>
    <dgm:cxn modelId="{6807D0B1-2FD6-4BC1-A466-5EDE0F76BD0A}" srcId="{7ECA2684-CF97-4A85-9EF5-8918BE6A7EED}" destId="{15F72E35-91C3-406C-8DA7-8EA736FF50D3}" srcOrd="0" destOrd="0" parTransId="{7390D1EA-4978-4A2F-A3ED-92C9A645E9C9}" sibTransId="{F1C5C82C-8CD5-420F-BD82-0B4099F9A871}"/>
    <dgm:cxn modelId="{B16B7CBE-B80B-45E1-AE36-97FB01C22F4A}" type="presOf" srcId="{7ECA2684-CF97-4A85-9EF5-8918BE6A7EED}" destId="{8A7723A5-EF37-427B-B32D-7C9663F97289}" srcOrd="0" destOrd="0" presId="urn:microsoft.com/office/officeart/2008/layout/LinedList"/>
    <dgm:cxn modelId="{1CF345DE-BCFD-4AB5-B26F-EF2D62BC1140}" srcId="{7ECA2684-CF97-4A85-9EF5-8918BE6A7EED}" destId="{C60CD1EA-C4A0-41BB-A5E6-1C82FBC8E7D6}" srcOrd="4" destOrd="0" parTransId="{3BEC54D5-11FA-4D52-87D9-C5C22B39E5E6}" sibTransId="{8FB13CA4-1656-4AF2-8F79-BECF5192348B}"/>
    <dgm:cxn modelId="{FCC293DE-53BB-4C65-8FAB-2C3BC421CAA1}" type="presOf" srcId="{C60CD1EA-C4A0-41BB-A5E6-1C82FBC8E7D6}" destId="{083C5273-FBB1-48D9-804A-397D289B7251}" srcOrd="0" destOrd="0" presId="urn:microsoft.com/office/officeart/2008/layout/LinedList"/>
    <dgm:cxn modelId="{596F06E1-5570-4B30-8AC1-F644B445C5EE}" type="presOf" srcId="{1B8A44D3-F026-4C15-87B2-0395656EA972}" destId="{08BC1164-0B5E-40C0-A8CE-34C8B1F34001}" srcOrd="0" destOrd="0" presId="urn:microsoft.com/office/officeart/2008/layout/LinedList"/>
    <dgm:cxn modelId="{4BDAA0E3-444E-44F6-8B92-AAA162AA0420}" type="presOf" srcId="{15F72E35-91C3-406C-8DA7-8EA736FF50D3}" destId="{2776F66D-15A9-4617-BE64-9DF3A79F0C25}" srcOrd="0" destOrd="0" presId="urn:microsoft.com/office/officeart/2008/layout/LinedList"/>
    <dgm:cxn modelId="{3EB6E2CB-CE2A-4EFA-BE0B-FD0CFFF876D7}" type="presParOf" srcId="{8A7723A5-EF37-427B-B32D-7C9663F97289}" destId="{99BF7987-5D45-4192-91D8-625C9E45ACE1}" srcOrd="0" destOrd="0" presId="urn:microsoft.com/office/officeart/2008/layout/LinedList"/>
    <dgm:cxn modelId="{25188E58-8BF9-45F6-926F-DC61111D93F8}" type="presParOf" srcId="{8A7723A5-EF37-427B-B32D-7C9663F97289}" destId="{D5285A60-8D95-4111-9192-E5AA6AEC0EAA}" srcOrd="1" destOrd="0" presId="urn:microsoft.com/office/officeart/2008/layout/LinedList"/>
    <dgm:cxn modelId="{79B2262D-04C0-44C2-84E7-D48600503846}" type="presParOf" srcId="{D5285A60-8D95-4111-9192-E5AA6AEC0EAA}" destId="{2776F66D-15A9-4617-BE64-9DF3A79F0C25}" srcOrd="0" destOrd="0" presId="urn:microsoft.com/office/officeart/2008/layout/LinedList"/>
    <dgm:cxn modelId="{7EF5C54E-2BF7-4ED6-8268-8F6073D33DCD}" type="presParOf" srcId="{D5285A60-8D95-4111-9192-E5AA6AEC0EAA}" destId="{8F0623C5-1DBB-4549-ABE7-1E320CE9BCA2}" srcOrd="1" destOrd="0" presId="urn:microsoft.com/office/officeart/2008/layout/LinedList"/>
    <dgm:cxn modelId="{9EADCDF9-62FC-4D05-BEE8-10B0FB79E68B}" type="presParOf" srcId="{8A7723A5-EF37-427B-B32D-7C9663F97289}" destId="{8D60DA50-C597-4A6A-AE02-060640078F69}" srcOrd="2" destOrd="0" presId="urn:microsoft.com/office/officeart/2008/layout/LinedList"/>
    <dgm:cxn modelId="{F99CABE9-0B3C-47B6-8691-FE6311D53C0F}" type="presParOf" srcId="{8A7723A5-EF37-427B-B32D-7C9663F97289}" destId="{38150316-8ECE-4D7D-BBB3-C47FC7B7D62F}" srcOrd="3" destOrd="0" presId="urn:microsoft.com/office/officeart/2008/layout/LinedList"/>
    <dgm:cxn modelId="{E37EF097-E8A4-496A-9419-E1AC66F23EA5}" type="presParOf" srcId="{38150316-8ECE-4D7D-BBB3-C47FC7B7D62F}" destId="{08BC1164-0B5E-40C0-A8CE-34C8B1F34001}" srcOrd="0" destOrd="0" presId="urn:microsoft.com/office/officeart/2008/layout/LinedList"/>
    <dgm:cxn modelId="{D534C169-1891-4B5A-8C49-B84481ED8497}" type="presParOf" srcId="{38150316-8ECE-4D7D-BBB3-C47FC7B7D62F}" destId="{6F8BA936-3847-448A-93AC-52365920E577}" srcOrd="1" destOrd="0" presId="urn:microsoft.com/office/officeart/2008/layout/LinedList"/>
    <dgm:cxn modelId="{1C2EDD27-545C-4769-B13B-E5F4D4597B8A}" type="presParOf" srcId="{8A7723A5-EF37-427B-B32D-7C9663F97289}" destId="{5A1DF744-2D55-459E-8346-3E2E2C90653C}" srcOrd="4" destOrd="0" presId="urn:microsoft.com/office/officeart/2008/layout/LinedList"/>
    <dgm:cxn modelId="{0BDBE7B7-BC55-4819-8113-2F0D8E973D85}" type="presParOf" srcId="{8A7723A5-EF37-427B-B32D-7C9663F97289}" destId="{D8A7862A-6F4E-46FA-A44D-A500BE9A9D82}" srcOrd="5" destOrd="0" presId="urn:microsoft.com/office/officeart/2008/layout/LinedList"/>
    <dgm:cxn modelId="{70907542-3236-4CB9-BC22-E8CBF087E5E4}" type="presParOf" srcId="{D8A7862A-6F4E-46FA-A44D-A500BE9A9D82}" destId="{134F2325-4620-41AC-B71B-6BB2FF192F36}" srcOrd="0" destOrd="0" presId="urn:microsoft.com/office/officeart/2008/layout/LinedList"/>
    <dgm:cxn modelId="{CD2DBD83-C154-4C63-84F5-34FFC7230EF6}" type="presParOf" srcId="{D8A7862A-6F4E-46FA-A44D-A500BE9A9D82}" destId="{5FF503CA-BAAE-41CE-A2EB-E0C2E74175C9}" srcOrd="1" destOrd="0" presId="urn:microsoft.com/office/officeart/2008/layout/LinedList"/>
    <dgm:cxn modelId="{6A90CF0A-8850-43C7-A24E-DA73852A0035}" type="presParOf" srcId="{8A7723A5-EF37-427B-B32D-7C9663F97289}" destId="{66913A88-184B-48DA-BC9E-9AC67873A244}" srcOrd="6" destOrd="0" presId="urn:microsoft.com/office/officeart/2008/layout/LinedList"/>
    <dgm:cxn modelId="{7C30D79F-153F-4DE7-BDDC-1429DC1BE9FB}" type="presParOf" srcId="{8A7723A5-EF37-427B-B32D-7C9663F97289}" destId="{D726391D-B052-420E-8784-BD68873E389B}" srcOrd="7" destOrd="0" presId="urn:microsoft.com/office/officeart/2008/layout/LinedList"/>
    <dgm:cxn modelId="{56CE797F-1B49-4F54-BB65-1A3140A5D025}" type="presParOf" srcId="{D726391D-B052-420E-8784-BD68873E389B}" destId="{D23FB446-303F-40F9-9BB0-93BE00E5403A}" srcOrd="0" destOrd="0" presId="urn:microsoft.com/office/officeart/2008/layout/LinedList"/>
    <dgm:cxn modelId="{75CD3AC3-7730-4A49-8E1C-BE0889FFE0D7}" type="presParOf" srcId="{D726391D-B052-420E-8784-BD68873E389B}" destId="{85E9802C-2556-4250-AF8F-18A8299B5D3A}" srcOrd="1" destOrd="0" presId="urn:microsoft.com/office/officeart/2008/layout/LinedList"/>
    <dgm:cxn modelId="{DCDB0236-79CD-4097-A5A0-2F0E12F03399}" type="presParOf" srcId="{8A7723A5-EF37-427B-B32D-7C9663F97289}" destId="{74BDDD09-1B48-4F89-94E0-75B00387F8BC}" srcOrd="8" destOrd="0" presId="urn:microsoft.com/office/officeart/2008/layout/LinedList"/>
    <dgm:cxn modelId="{9DF1C3F5-04A2-489E-8726-E3657EF8C645}" type="presParOf" srcId="{8A7723A5-EF37-427B-B32D-7C9663F97289}" destId="{516A87FC-7697-4DFF-BC0D-DCA99889D5E4}" srcOrd="9" destOrd="0" presId="urn:microsoft.com/office/officeart/2008/layout/LinedList"/>
    <dgm:cxn modelId="{D7D6A219-9EE8-4AE2-819A-D4505E99CE5C}" type="presParOf" srcId="{516A87FC-7697-4DFF-BC0D-DCA99889D5E4}" destId="{083C5273-FBB1-48D9-804A-397D289B7251}" srcOrd="0" destOrd="0" presId="urn:microsoft.com/office/officeart/2008/layout/LinedList"/>
    <dgm:cxn modelId="{E030834F-171F-452A-8E06-1983C2FA4BE7}" type="presParOf" srcId="{516A87FC-7697-4DFF-BC0D-DCA99889D5E4}" destId="{A59AA258-F6B8-4EF1-9112-707B742A73C4}" srcOrd="1" destOrd="0" presId="urn:microsoft.com/office/officeart/2008/layout/LinedList"/>
    <dgm:cxn modelId="{68485D93-39E2-4EA3-A9BD-8614323D3731}" type="presParOf" srcId="{8A7723A5-EF37-427B-B32D-7C9663F97289}" destId="{409049B5-B861-4DA4-BDBD-8AE26FB462B5}" srcOrd="10" destOrd="0" presId="urn:microsoft.com/office/officeart/2008/layout/LinedList"/>
    <dgm:cxn modelId="{A04D1962-6512-4F0F-A1DC-D8F4F684C50B}" type="presParOf" srcId="{8A7723A5-EF37-427B-B32D-7C9663F97289}" destId="{220B81A7-1B3B-4040-B43D-E0D129EF6841}" srcOrd="11" destOrd="0" presId="urn:microsoft.com/office/officeart/2008/layout/LinedList"/>
    <dgm:cxn modelId="{F2937178-F6FB-46BA-9473-EEF8D73D269B}" type="presParOf" srcId="{220B81A7-1B3B-4040-B43D-E0D129EF6841}" destId="{7250ECD0-B66A-4990-A60E-15F834A2019F}" srcOrd="0" destOrd="0" presId="urn:microsoft.com/office/officeart/2008/layout/LinedList"/>
    <dgm:cxn modelId="{77635724-B802-4589-9216-2446FF4C72BA}" type="presParOf" srcId="{220B81A7-1B3B-4040-B43D-E0D129EF6841}" destId="{AA8B6044-D229-4E89-94D6-4F3E167ACF28}" srcOrd="1" destOrd="0" presId="urn:microsoft.com/office/officeart/2008/layout/LinedList"/>
    <dgm:cxn modelId="{AFA9D21B-4455-4B7E-86B0-E1C30C5D0281}" type="presParOf" srcId="{8A7723A5-EF37-427B-B32D-7C9663F97289}" destId="{7CD31D3A-BCA0-492D-9691-5063D28FFD8E}" srcOrd="12" destOrd="0" presId="urn:microsoft.com/office/officeart/2008/layout/LinedList"/>
    <dgm:cxn modelId="{212FCC4B-9325-4647-9518-6C2C33F5C8E5}" type="presParOf" srcId="{8A7723A5-EF37-427B-B32D-7C9663F97289}" destId="{6616E4F5-3397-446A-83E5-B6D011F986AE}" srcOrd="13" destOrd="0" presId="urn:microsoft.com/office/officeart/2008/layout/LinedList"/>
    <dgm:cxn modelId="{1FC3CC87-A4E5-403D-B094-B7D39A821775}" type="presParOf" srcId="{6616E4F5-3397-446A-83E5-B6D011F986AE}" destId="{CF30B22F-D104-4E72-A434-306358791423}" srcOrd="0" destOrd="0" presId="urn:microsoft.com/office/officeart/2008/layout/LinedList"/>
    <dgm:cxn modelId="{00B699A3-84FB-4E4A-8D03-C20E6837A173}" type="presParOf" srcId="{6616E4F5-3397-446A-83E5-B6D011F986AE}" destId="{F7893050-47F8-4B34-BBD7-4E08BBA01B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94BF81-67F6-4784-A8DF-9E3BC5E7FC47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FC85D1D-B63C-477A-B74C-2F59B4DB1123}">
      <dgm:prSet/>
      <dgm:spPr/>
      <dgm:t>
        <a:bodyPr/>
        <a:lstStyle/>
        <a:p>
          <a:r>
            <a:rPr lang="en-US"/>
            <a:t>BEGIN</a:t>
          </a:r>
        </a:p>
      </dgm:t>
    </dgm:pt>
    <dgm:pt modelId="{C5ED4736-87B3-445B-944D-90DC8A9D404B}" type="parTrans" cxnId="{5D4B0101-267D-46EA-B74D-B2D237FA4980}">
      <dgm:prSet/>
      <dgm:spPr/>
      <dgm:t>
        <a:bodyPr/>
        <a:lstStyle/>
        <a:p>
          <a:endParaRPr lang="en-US"/>
        </a:p>
      </dgm:t>
    </dgm:pt>
    <dgm:pt modelId="{3C88D234-82F7-401C-AF04-DE0A7424920D}" type="sibTrans" cxnId="{5D4B0101-267D-46EA-B74D-B2D237FA4980}">
      <dgm:prSet/>
      <dgm:spPr/>
      <dgm:t>
        <a:bodyPr/>
        <a:lstStyle/>
        <a:p>
          <a:endParaRPr lang="en-US"/>
        </a:p>
      </dgm:t>
    </dgm:pt>
    <dgm:pt modelId="{FF2ABD19-B74F-46BB-9B1B-23776937CFCD}">
      <dgm:prSet/>
      <dgm:spPr/>
      <dgm:t>
        <a:bodyPr/>
        <a:lstStyle/>
        <a:p>
          <a:r>
            <a:rPr lang="en-US"/>
            <a:t>INPUT gaji_pokok</a:t>
          </a:r>
        </a:p>
      </dgm:t>
    </dgm:pt>
    <dgm:pt modelId="{4FEE9985-92C0-4B5D-AC80-18CEA4D740B3}" type="parTrans" cxnId="{0A5285BB-04F8-4AA4-AEAF-C7B9EF46D0CF}">
      <dgm:prSet/>
      <dgm:spPr/>
      <dgm:t>
        <a:bodyPr/>
        <a:lstStyle/>
        <a:p>
          <a:endParaRPr lang="en-US"/>
        </a:p>
      </dgm:t>
    </dgm:pt>
    <dgm:pt modelId="{1259CE8E-C314-493F-8C35-2E00C2A6E069}" type="sibTrans" cxnId="{0A5285BB-04F8-4AA4-AEAF-C7B9EF46D0CF}">
      <dgm:prSet/>
      <dgm:spPr/>
      <dgm:t>
        <a:bodyPr/>
        <a:lstStyle/>
        <a:p>
          <a:endParaRPr lang="en-US"/>
        </a:p>
      </dgm:t>
    </dgm:pt>
    <dgm:pt modelId="{CF982E76-9097-4CCD-8A2E-3DF98A596609}">
      <dgm:prSet/>
      <dgm:spPr/>
      <dgm:t>
        <a:bodyPr/>
        <a:lstStyle/>
        <a:p>
          <a:r>
            <a:rPr lang="en-US"/>
            <a:t>INPUT tunjangan</a:t>
          </a:r>
        </a:p>
      </dgm:t>
    </dgm:pt>
    <dgm:pt modelId="{7CFDDF8C-F223-4FAE-BB85-BF2C627CB7FA}" type="parTrans" cxnId="{8626E456-A999-4BD5-8F54-06348CEBF057}">
      <dgm:prSet/>
      <dgm:spPr/>
      <dgm:t>
        <a:bodyPr/>
        <a:lstStyle/>
        <a:p>
          <a:endParaRPr lang="en-US"/>
        </a:p>
      </dgm:t>
    </dgm:pt>
    <dgm:pt modelId="{D653E626-F4A9-4C95-9314-118E32A7F6F7}" type="sibTrans" cxnId="{8626E456-A999-4BD5-8F54-06348CEBF057}">
      <dgm:prSet/>
      <dgm:spPr/>
      <dgm:t>
        <a:bodyPr/>
        <a:lstStyle/>
        <a:p>
          <a:endParaRPr lang="en-US"/>
        </a:p>
      </dgm:t>
    </dgm:pt>
    <dgm:pt modelId="{5B13B950-7A5E-4047-A8B2-279859146321}">
      <dgm:prSet/>
      <dgm:spPr/>
      <dgm:t>
        <a:bodyPr/>
        <a:lstStyle/>
        <a:p>
          <a:r>
            <a:rPr lang="en-US"/>
            <a:t>INPUT potongan</a:t>
          </a:r>
        </a:p>
      </dgm:t>
    </dgm:pt>
    <dgm:pt modelId="{089F0783-52C1-44DE-B10B-657B5D1183DD}" type="parTrans" cxnId="{FF1A32C1-4E20-4B3F-B160-8EF4D26BE28F}">
      <dgm:prSet/>
      <dgm:spPr/>
      <dgm:t>
        <a:bodyPr/>
        <a:lstStyle/>
        <a:p>
          <a:endParaRPr lang="en-US"/>
        </a:p>
      </dgm:t>
    </dgm:pt>
    <dgm:pt modelId="{AA503257-B372-499B-A792-2F93F5B3F7D5}" type="sibTrans" cxnId="{FF1A32C1-4E20-4B3F-B160-8EF4D26BE28F}">
      <dgm:prSet/>
      <dgm:spPr/>
      <dgm:t>
        <a:bodyPr/>
        <a:lstStyle/>
        <a:p>
          <a:endParaRPr lang="en-US"/>
        </a:p>
      </dgm:t>
    </dgm:pt>
    <dgm:pt modelId="{2C709509-296B-4D16-AC72-0D1B0F0EF361}">
      <dgm:prSet/>
      <dgm:spPr/>
      <dgm:t>
        <a:bodyPr/>
        <a:lstStyle/>
        <a:p>
          <a:r>
            <a:rPr lang="en-US"/>
            <a:t>gaji_bersih ← gaji_pokok + tunjangan - potongan</a:t>
          </a:r>
        </a:p>
      </dgm:t>
    </dgm:pt>
    <dgm:pt modelId="{B41AD9DE-B3A8-4911-9366-9E911EA3A02C}" type="parTrans" cxnId="{5AE8CDF4-45FF-4D08-B9AF-1BDF933EE97B}">
      <dgm:prSet/>
      <dgm:spPr/>
      <dgm:t>
        <a:bodyPr/>
        <a:lstStyle/>
        <a:p>
          <a:endParaRPr lang="en-US"/>
        </a:p>
      </dgm:t>
    </dgm:pt>
    <dgm:pt modelId="{58914DBA-6903-42B1-987F-3F895B6FDF91}" type="sibTrans" cxnId="{5AE8CDF4-45FF-4D08-B9AF-1BDF933EE97B}">
      <dgm:prSet/>
      <dgm:spPr/>
      <dgm:t>
        <a:bodyPr/>
        <a:lstStyle/>
        <a:p>
          <a:endParaRPr lang="en-US"/>
        </a:p>
      </dgm:t>
    </dgm:pt>
    <dgm:pt modelId="{4E7F4C4B-A93C-4C36-8196-09E5B6F1065C}">
      <dgm:prSet/>
      <dgm:spPr/>
      <dgm:t>
        <a:bodyPr/>
        <a:lstStyle/>
        <a:p>
          <a:r>
            <a:rPr lang="en-US"/>
            <a:t>PRINT gaji_bersih</a:t>
          </a:r>
        </a:p>
      </dgm:t>
    </dgm:pt>
    <dgm:pt modelId="{46E97C9D-CBB0-4998-8B0D-4802EA86230B}" type="parTrans" cxnId="{5A166FA5-8823-46D9-969B-A28580113887}">
      <dgm:prSet/>
      <dgm:spPr/>
      <dgm:t>
        <a:bodyPr/>
        <a:lstStyle/>
        <a:p>
          <a:endParaRPr lang="en-US"/>
        </a:p>
      </dgm:t>
    </dgm:pt>
    <dgm:pt modelId="{75687227-C618-4C63-8206-1D8425415DBB}" type="sibTrans" cxnId="{5A166FA5-8823-46D9-969B-A28580113887}">
      <dgm:prSet/>
      <dgm:spPr/>
      <dgm:t>
        <a:bodyPr/>
        <a:lstStyle/>
        <a:p>
          <a:endParaRPr lang="en-US"/>
        </a:p>
      </dgm:t>
    </dgm:pt>
    <dgm:pt modelId="{122AE57A-79E0-4250-B8AC-59E5DCBE5F51}">
      <dgm:prSet/>
      <dgm:spPr/>
      <dgm:t>
        <a:bodyPr/>
        <a:lstStyle/>
        <a:p>
          <a:r>
            <a:rPr lang="en-US"/>
            <a:t>END</a:t>
          </a:r>
        </a:p>
      </dgm:t>
    </dgm:pt>
    <dgm:pt modelId="{EE8F4133-DE1A-4F63-B247-9302D0320E3F}" type="parTrans" cxnId="{2832B8B9-5A7F-4693-9D89-00509351BFC4}">
      <dgm:prSet/>
      <dgm:spPr/>
      <dgm:t>
        <a:bodyPr/>
        <a:lstStyle/>
        <a:p>
          <a:endParaRPr lang="en-US"/>
        </a:p>
      </dgm:t>
    </dgm:pt>
    <dgm:pt modelId="{AAF5F07A-5110-4E59-A162-0044BA132F07}" type="sibTrans" cxnId="{2832B8B9-5A7F-4693-9D89-00509351BFC4}">
      <dgm:prSet/>
      <dgm:spPr/>
      <dgm:t>
        <a:bodyPr/>
        <a:lstStyle/>
        <a:p>
          <a:endParaRPr lang="en-US"/>
        </a:p>
      </dgm:t>
    </dgm:pt>
    <dgm:pt modelId="{B42C0826-9699-479A-8118-68F6EF4DDB89}" type="pres">
      <dgm:prSet presAssocID="{4794BF81-67F6-4784-A8DF-9E3BC5E7FC47}" presName="vert0" presStyleCnt="0">
        <dgm:presLayoutVars>
          <dgm:dir/>
          <dgm:animOne val="branch"/>
          <dgm:animLvl val="lvl"/>
        </dgm:presLayoutVars>
      </dgm:prSet>
      <dgm:spPr/>
    </dgm:pt>
    <dgm:pt modelId="{CBAB637D-99D0-431F-9C8D-FFB4F7C9314E}" type="pres">
      <dgm:prSet presAssocID="{9FC85D1D-B63C-477A-B74C-2F59B4DB1123}" presName="thickLine" presStyleLbl="alignNode1" presStyleIdx="0" presStyleCnt="7"/>
      <dgm:spPr/>
    </dgm:pt>
    <dgm:pt modelId="{506309E5-1E5F-4C03-BF1A-CBF0CE7EADF1}" type="pres">
      <dgm:prSet presAssocID="{9FC85D1D-B63C-477A-B74C-2F59B4DB1123}" presName="horz1" presStyleCnt="0"/>
      <dgm:spPr/>
    </dgm:pt>
    <dgm:pt modelId="{22FE8DA4-720A-486A-A2D5-8247E9056FE6}" type="pres">
      <dgm:prSet presAssocID="{9FC85D1D-B63C-477A-B74C-2F59B4DB1123}" presName="tx1" presStyleLbl="revTx" presStyleIdx="0" presStyleCnt="7"/>
      <dgm:spPr/>
    </dgm:pt>
    <dgm:pt modelId="{332ECD68-150E-473C-98C2-75780CEC2175}" type="pres">
      <dgm:prSet presAssocID="{9FC85D1D-B63C-477A-B74C-2F59B4DB1123}" presName="vert1" presStyleCnt="0"/>
      <dgm:spPr/>
    </dgm:pt>
    <dgm:pt modelId="{ADD916E2-868A-45F0-85D6-F4DFFCC71BFD}" type="pres">
      <dgm:prSet presAssocID="{FF2ABD19-B74F-46BB-9B1B-23776937CFCD}" presName="thickLine" presStyleLbl="alignNode1" presStyleIdx="1" presStyleCnt="7"/>
      <dgm:spPr/>
    </dgm:pt>
    <dgm:pt modelId="{D2337FA6-21D3-40D8-B15B-679A80C81D7C}" type="pres">
      <dgm:prSet presAssocID="{FF2ABD19-B74F-46BB-9B1B-23776937CFCD}" presName="horz1" presStyleCnt="0"/>
      <dgm:spPr/>
    </dgm:pt>
    <dgm:pt modelId="{24A33906-930E-45C9-A0AC-C287F3A4BC79}" type="pres">
      <dgm:prSet presAssocID="{FF2ABD19-B74F-46BB-9B1B-23776937CFCD}" presName="tx1" presStyleLbl="revTx" presStyleIdx="1" presStyleCnt="7"/>
      <dgm:spPr/>
    </dgm:pt>
    <dgm:pt modelId="{BF7D7949-9970-49A4-9CD4-4BB02E90D035}" type="pres">
      <dgm:prSet presAssocID="{FF2ABD19-B74F-46BB-9B1B-23776937CFCD}" presName="vert1" presStyleCnt="0"/>
      <dgm:spPr/>
    </dgm:pt>
    <dgm:pt modelId="{5AFB076B-44BC-4FC0-8E8E-6BFC5429F241}" type="pres">
      <dgm:prSet presAssocID="{CF982E76-9097-4CCD-8A2E-3DF98A596609}" presName="thickLine" presStyleLbl="alignNode1" presStyleIdx="2" presStyleCnt="7"/>
      <dgm:spPr/>
    </dgm:pt>
    <dgm:pt modelId="{4FF7C6DA-D108-468A-B690-91C349E8CCAB}" type="pres">
      <dgm:prSet presAssocID="{CF982E76-9097-4CCD-8A2E-3DF98A596609}" presName="horz1" presStyleCnt="0"/>
      <dgm:spPr/>
    </dgm:pt>
    <dgm:pt modelId="{8DD104E4-8BF2-480A-B028-D963A144E1DC}" type="pres">
      <dgm:prSet presAssocID="{CF982E76-9097-4CCD-8A2E-3DF98A596609}" presName="tx1" presStyleLbl="revTx" presStyleIdx="2" presStyleCnt="7"/>
      <dgm:spPr/>
    </dgm:pt>
    <dgm:pt modelId="{B26A3498-47A7-4C89-9D19-8920BFFD3E1A}" type="pres">
      <dgm:prSet presAssocID="{CF982E76-9097-4CCD-8A2E-3DF98A596609}" presName="vert1" presStyleCnt="0"/>
      <dgm:spPr/>
    </dgm:pt>
    <dgm:pt modelId="{2426AB24-ABA2-446A-9E10-30ED474058D6}" type="pres">
      <dgm:prSet presAssocID="{5B13B950-7A5E-4047-A8B2-279859146321}" presName="thickLine" presStyleLbl="alignNode1" presStyleIdx="3" presStyleCnt="7"/>
      <dgm:spPr/>
    </dgm:pt>
    <dgm:pt modelId="{53096F59-034A-48E3-9448-29201216E902}" type="pres">
      <dgm:prSet presAssocID="{5B13B950-7A5E-4047-A8B2-279859146321}" presName="horz1" presStyleCnt="0"/>
      <dgm:spPr/>
    </dgm:pt>
    <dgm:pt modelId="{6A639AF8-0C13-4E05-BF2A-441F78CE9AED}" type="pres">
      <dgm:prSet presAssocID="{5B13B950-7A5E-4047-A8B2-279859146321}" presName="tx1" presStyleLbl="revTx" presStyleIdx="3" presStyleCnt="7"/>
      <dgm:spPr/>
    </dgm:pt>
    <dgm:pt modelId="{F6475F91-6A84-4A1A-8A61-09EE97A2014F}" type="pres">
      <dgm:prSet presAssocID="{5B13B950-7A5E-4047-A8B2-279859146321}" presName="vert1" presStyleCnt="0"/>
      <dgm:spPr/>
    </dgm:pt>
    <dgm:pt modelId="{0AC482C8-9381-4E98-8675-6C9ED208AD97}" type="pres">
      <dgm:prSet presAssocID="{2C709509-296B-4D16-AC72-0D1B0F0EF361}" presName="thickLine" presStyleLbl="alignNode1" presStyleIdx="4" presStyleCnt="7"/>
      <dgm:spPr/>
    </dgm:pt>
    <dgm:pt modelId="{A8F029D6-F252-45BE-9731-343E5E4FEEE8}" type="pres">
      <dgm:prSet presAssocID="{2C709509-296B-4D16-AC72-0D1B0F0EF361}" presName="horz1" presStyleCnt="0"/>
      <dgm:spPr/>
    </dgm:pt>
    <dgm:pt modelId="{F154085D-B4D5-4EBB-B04F-32E14B241F71}" type="pres">
      <dgm:prSet presAssocID="{2C709509-296B-4D16-AC72-0D1B0F0EF361}" presName="tx1" presStyleLbl="revTx" presStyleIdx="4" presStyleCnt="7"/>
      <dgm:spPr/>
    </dgm:pt>
    <dgm:pt modelId="{6DB3844F-840F-4FC0-9A78-F89DB0F1F802}" type="pres">
      <dgm:prSet presAssocID="{2C709509-296B-4D16-AC72-0D1B0F0EF361}" presName="vert1" presStyleCnt="0"/>
      <dgm:spPr/>
    </dgm:pt>
    <dgm:pt modelId="{C04D5BA0-51A8-4FE4-865D-5E9079B33483}" type="pres">
      <dgm:prSet presAssocID="{4E7F4C4B-A93C-4C36-8196-09E5B6F1065C}" presName="thickLine" presStyleLbl="alignNode1" presStyleIdx="5" presStyleCnt="7"/>
      <dgm:spPr/>
    </dgm:pt>
    <dgm:pt modelId="{3AF2D164-3ABD-4CEF-BCCB-370A0967F0B3}" type="pres">
      <dgm:prSet presAssocID="{4E7F4C4B-A93C-4C36-8196-09E5B6F1065C}" presName="horz1" presStyleCnt="0"/>
      <dgm:spPr/>
    </dgm:pt>
    <dgm:pt modelId="{2C2033AF-896A-48B5-851D-6CDA30BEF45C}" type="pres">
      <dgm:prSet presAssocID="{4E7F4C4B-A93C-4C36-8196-09E5B6F1065C}" presName="tx1" presStyleLbl="revTx" presStyleIdx="5" presStyleCnt="7"/>
      <dgm:spPr/>
    </dgm:pt>
    <dgm:pt modelId="{62A17381-01D5-4D49-A220-B545E6456B43}" type="pres">
      <dgm:prSet presAssocID="{4E7F4C4B-A93C-4C36-8196-09E5B6F1065C}" presName="vert1" presStyleCnt="0"/>
      <dgm:spPr/>
    </dgm:pt>
    <dgm:pt modelId="{6A9EE954-4BC1-42FF-95E3-BB2E56E3FA43}" type="pres">
      <dgm:prSet presAssocID="{122AE57A-79E0-4250-B8AC-59E5DCBE5F51}" presName="thickLine" presStyleLbl="alignNode1" presStyleIdx="6" presStyleCnt="7"/>
      <dgm:spPr/>
    </dgm:pt>
    <dgm:pt modelId="{5295D270-111C-4F07-9EC7-06A2A2EC3F97}" type="pres">
      <dgm:prSet presAssocID="{122AE57A-79E0-4250-B8AC-59E5DCBE5F51}" presName="horz1" presStyleCnt="0"/>
      <dgm:spPr/>
    </dgm:pt>
    <dgm:pt modelId="{40892D78-B09D-4536-BD87-5D74700D01B3}" type="pres">
      <dgm:prSet presAssocID="{122AE57A-79E0-4250-B8AC-59E5DCBE5F51}" presName="tx1" presStyleLbl="revTx" presStyleIdx="6" presStyleCnt="7"/>
      <dgm:spPr/>
    </dgm:pt>
    <dgm:pt modelId="{1244C150-F738-4C69-B00E-4CE3A856F63C}" type="pres">
      <dgm:prSet presAssocID="{122AE57A-79E0-4250-B8AC-59E5DCBE5F51}" presName="vert1" presStyleCnt="0"/>
      <dgm:spPr/>
    </dgm:pt>
  </dgm:ptLst>
  <dgm:cxnLst>
    <dgm:cxn modelId="{5D4B0101-267D-46EA-B74D-B2D237FA4980}" srcId="{4794BF81-67F6-4784-A8DF-9E3BC5E7FC47}" destId="{9FC85D1D-B63C-477A-B74C-2F59B4DB1123}" srcOrd="0" destOrd="0" parTransId="{C5ED4736-87B3-445B-944D-90DC8A9D404B}" sibTransId="{3C88D234-82F7-401C-AF04-DE0A7424920D}"/>
    <dgm:cxn modelId="{A031951D-9629-445A-99F8-C2CA703C4C7A}" type="presOf" srcId="{122AE57A-79E0-4250-B8AC-59E5DCBE5F51}" destId="{40892D78-B09D-4536-BD87-5D74700D01B3}" srcOrd="0" destOrd="0" presId="urn:microsoft.com/office/officeart/2008/layout/LinedList"/>
    <dgm:cxn modelId="{7B0D484D-2BFD-422B-9415-97340577DCD6}" type="presOf" srcId="{4794BF81-67F6-4784-A8DF-9E3BC5E7FC47}" destId="{B42C0826-9699-479A-8118-68F6EF4DDB89}" srcOrd="0" destOrd="0" presId="urn:microsoft.com/office/officeart/2008/layout/LinedList"/>
    <dgm:cxn modelId="{8626E456-A999-4BD5-8F54-06348CEBF057}" srcId="{4794BF81-67F6-4784-A8DF-9E3BC5E7FC47}" destId="{CF982E76-9097-4CCD-8A2E-3DF98A596609}" srcOrd="2" destOrd="0" parTransId="{7CFDDF8C-F223-4FAE-BB85-BF2C627CB7FA}" sibTransId="{D653E626-F4A9-4C95-9314-118E32A7F6F7}"/>
    <dgm:cxn modelId="{6240E489-F3E2-4A01-BCE1-52C236969BCB}" type="presOf" srcId="{4E7F4C4B-A93C-4C36-8196-09E5B6F1065C}" destId="{2C2033AF-896A-48B5-851D-6CDA30BEF45C}" srcOrd="0" destOrd="0" presId="urn:microsoft.com/office/officeart/2008/layout/LinedList"/>
    <dgm:cxn modelId="{66CF988D-576C-409C-9BD0-093007CC8195}" type="presOf" srcId="{5B13B950-7A5E-4047-A8B2-279859146321}" destId="{6A639AF8-0C13-4E05-BF2A-441F78CE9AED}" srcOrd="0" destOrd="0" presId="urn:microsoft.com/office/officeart/2008/layout/LinedList"/>
    <dgm:cxn modelId="{5A166FA5-8823-46D9-969B-A28580113887}" srcId="{4794BF81-67F6-4784-A8DF-9E3BC5E7FC47}" destId="{4E7F4C4B-A93C-4C36-8196-09E5B6F1065C}" srcOrd="5" destOrd="0" parTransId="{46E97C9D-CBB0-4998-8B0D-4802EA86230B}" sibTransId="{75687227-C618-4C63-8206-1D8425415DBB}"/>
    <dgm:cxn modelId="{196CA2A6-B70E-478B-B83E-801F345EE4F1}" type="presOf" srcId="{FF2ABD19-B74F-46BB-9B1B-23776937CFCD}" destId="{24A33906-930E-45C9-A0AC-C287F3A4BC79}" srcOrd="0" destOrd="0" presId="urn:microsoft.com/office/officeart/2008/layout/LinedList"/>
    <dgm:cxn modelId="{2832B8B9-5A7F-4693-9D89-00509351BFC4}" srcId="{4794BF81-67F6-4784-A8DF-9E3BC5E7FC47}" destId="{122AE57A-79E0-4250-B8AC-59E5DCBE5F51}" srcOrd="6" destOrd="0" parTransId="{EE8F4133-DE1A-4F63-B247-9302D0320E3F}" sibTransId="{AAF5F07A-5110-4E59-A162-0044BA132F07}"/>
    <dgm:cxn modelId="{0A5285BB-04F8-4AA4-AEAF-C7B9EF46D0CF}" srcId="{4794BF81-67F6-4784-A8DF-9E3BC5E7FC47}" destId="{FF2ABD19-B74F-46BB-9B1B-23776937CFCD}" srcOrd="1" destOrd="0" parTransId="{4FEE9985-92C0-4B5D-AC80-18CEA4D740B3}" sibTransId="{1259CE8E-C314-493F-8C35-2E00C2A6E069}"/>
    <dgm:cxn modelId="{FF1A32C1-4E20-4B3F-B160-8EF4D26BE28F}" srcId="{4794BF81-67F6-4784-A8DF-9E3BC5E7FC47}" destId="{5B13B950-7A5E-4047-A8B2-279859146321}" srcOrd="3" destOrd="0" parTransId="{089F0783-52C1-44DE-B10B-657B5D1183DD}" sibTransId="{AA503257-B372-499B-A792-2F93F5B3F7D5}"/>
    <dgm:cxn modelId="{8D4747D4-BFB4-4078-A5BF-F5509B73977F}" type="presOf" srcId="{2C709509-296B-4D16-AC72-0D1B0F0EF361}" destId="{F154085D-B4D5-4EBB-B04F-32E14B241F71}" srcOrd="0" destOrd="0" presId="urn:microsoft.com/office/officeart/2008/layout/LinedList"/>
    <dgm:cxn modelId="{08ACD5D7-783D-4D9B-A38D-18FE37538A09}" type="presOf" srcId="{9FC85D1D-B63C-477A-B74C-2F59B4DB1123}" destId="{22FE8DA4-720A-486A-A2D5-8247E9056FE6}" srcOrd="0" destOrd="0" presId="urn:microsoft.com/office/officeart/2008/layout/LinedList"/>
    <dgm:cxn modelId="{DC9472DA-6A04-4E2D-A4CC-075DFA44A305}" type="presOf" srcId="{CF982E76-9097-4CCD-8A2E-3DF98A596609}" destId="{8DD104E4-8BF2-480A-B028-D963A144E1DC}" srcOrd="0" destOrd="0" presId="urn:microsoft.com/office/officeart/2008/layout/LinedList"/>
    <dgm:cxn modelId="{5AE8CDF4-45FF-4D08-B9AF-1BDF933EE97B}" srcId="{4794BF81-67F6-4784-A8DF-9E3BC5E7FC47}" destId="{2C709509-296B-4D16-AC72-0D1B0F0EF361}" srcOrd="4" destOrd="0" parTransId="{B41AD9DE-B3A8-4911-9366-9E911EA3A02C}" sibTransId="{58914DBA-6903-42B1-987F-3F895B6FDF91}"/>
    <dgm:cxn modelId="{299EFA48-D405-45E1-86CF-621C60FE9463}" type="presParOf" srcId="{B42C0826-9699-479A-8118-68F6EF4DDB89}" destId="{CBAB637D-99D0-431F-9C8D-FFB4F7C9314E}" srcOrd="0" destOrd="0" presId="urn:microsoft.com/office/officeart/2008/layout/LinedList"/>
    <dgm:cxn modelId="{F53F996A-9112-4A0F-BD6A-E6E0DF8C0680}" type="presParOf" srcId="{B42C0826-9699-479A-8118-68F6EF4DDB89}" destId="{506309E5-1E5F-4C03-BF1A-CBF0CE7EADF1}" srcOrd="1" destOrd="0" presId="urn:microsoft.com/office/officeart/2008/layout/LinedList"/>
    <dgm:cxn modelId="{A341A0F4-7219-4562-85F3-179079847F50}" type="presParOf" srcId="{506309E5-1E5F-4C03-BF1A-CBF0CE7EADF1}" destId="{22FE8DA4-720A-486A-A2D5-8247E9056FE6}" srcOrd="0" destOrd="0" presId="urn:microsoft.com/office/officeart/2008/layout/LinedList"/>
    <dgm:cxn modelId="{036AC94C-17A4-472D-A161-72E5BC258115}" type="presParOf" srcId="{506309E5-1E5F-4C03-BF1A-CBF0CE7EADF1}" destId="{332ECD68-150E-473C-98C2-75780CEC2175}" srcOrd="1" destOrd="0" presId="urn:microsoft.com/office/officeart/2008/layout/LinedList"/>
    <dgm:cxn modelId="{96D42EB4-7491-41C8-946B-13BB64E14D3F}" type="presParOf" srcId="{B42C0826-9699-479A-8118-68F6EF4DDB89}" destId="{ADD916E2-868A-45F0-85D6-F4DFFCC71BFD}" srcOrd="2" destOrd="0" presId="urn:microsoft.com/office/officeart/2008/layout/LinedList"/>
    <dgm:cxn modelId="{AC7FF565-8631-4833-835D-9C096A6A42C1}" type="presParOf" srcId="{B42C0826-9699-479A-8118-68F6EF4DDB89}" destId="{D2337FA6-21D3-40D8-B15B-679A80C81D7C}" srcOrd="3" destOrd="0" presId="urn:microsoft.com/office/officeart/2008/layout/LinedList"/>
    <dgm:cxn modelId="{4E2BA5FD-148B-4D83-856F-A33F9F4750EF}" type="presParOf" srcId="{D2337FA6-21D3-40D8-B15B-679A80C81D7C}" destId="{24A33906-930E-45C9-A0AC-C287F3A4BC79}" srcOrd="0" destOrd="0" presId="urn:microsoft.com/office/officeart/2008/layout/LinedList"/>
    <dgm:cxn modelId="{7A3D43B4-50DC-4CF0-B561-35BB5CE954BB}" type="presParOf" srcId="{D2337FA6-21D3-40D8-B15B-679A80C81D7C}" destId="{BF7D7949-9970-49A4-9CD4-4BB02E90D035}" srcOrd="1" destOrd="0" presId="urn:microsoft.com/office/officeart/2008/layout/LinedList"/>
    <dgm:cxn modelId="{7FF830B3-E895-43A8-8454-B61006420253}" type="presParOf" srcId="{B42C0826-9699-479A-8118-68F6EF4DDB89}" destId="{5AFB076B-44BC-4FC0-8E8E-6BFC5429F241}" srcOrd="4" destOrd="0" presId="urn:microsoft.com/office/officeart/2008/layout/LinedList"/>
    <dgm:cxn modelId="{88AB2B85-5F29-4FE8-B54C-468AE999D53D}" type="presParOf" srcId="{B42C0826-9699-479A-8118-68F6EF4DDB89}" destId="{4FF7C6DA-D108-468A-B690-91C349E8CCAB}" srcOrd="5" destOrd="0" presId="urn:microsoft.com/office/officeart/2008/layout/LinedList"/>
    <dgm:cxn modelId="{7A7C1EB6-4588-4C58-AF20-4C2D04DD6718}" type="presParOf" srcId="{4FF7C6DA-D108-468A-B690-91C349E8CCAB}" destId="{8DD104E4-8BF2-480A-B028-D963A144E1DC}" srcOrd="0" destOrd="0" presId="urn:microsoft.com/office/officeart/2008/layout/LinedList"/>
    <dgm:cxn modelId="{01D450A1-D0B9-4460-AA75-CF42BA4F3B7A}" type="presParOf" srcId="{4FF7C6DA-D108-468A-B690-91C349E8CCAB}" destId="{B26A3498-47A7-4C89-9D19-8920BFFD3E1A}" srcOrd="1" destOrd="0" presId="urn:microsoft.com/office/officeart/2008/layout/LinedList"/>
    <dgm:cxn modelId="{8C2FF879-FB1D-4B66-B7A8-8653224F540C}" type="presParOf" srcId="{B42C0826-9699-479A-8118-68F6EF4DDB89}" destId="{2426AB24-ABA2-446A-9E10-30ED474058D6}" srcOrd="6" destOrd="0" presId="urn:microsoft.com/office/officeart/2008/layout/LinedList"/>
    <dgm:cxn modelId="{05D45617-325A-4AAE-9440-592FAB9F553D}" type="presParOf" srcId="{B42C0826-9699-479A-8118-68F6EF4DDB89}" destId="{53096F59-034A-48E3-9448-29201216E902}" srcOrd="7" destOrd="0" presId="urn:microsoft.com/office/officeart/2008/layout/LinedList"/>
    <dgm:cxn modelId="{A46F02C9-D401-4ED6-9A1B-DCFAC1641FEE}" type="presParOf" srcId="{53096F59-034A-48E3-9448-29201216E902}" destId="{6A639AF8-0C13-4E05-BF2A-441F78CE9AED}" srcOrd="0" destOrd="0" presId="urn:microsoft.com/office/officeart/2008/layout/LinedList"/>
    <dgm:cxn modelId="{B1B941DD-9A57-4BB5-9AB1-1B1898982D18}" type="presParOf" srcId="{53096F59-034A-48E3-9448-29201216E902}" destId="{F6475F91-6A84-4A1A-8A61-09EE97A2014F}" srcOrd="1" destOrd="0" presId="urn:microsoft.com/office/officeart/2008/layout/LinedList"/>
    <dgm:cxn modelId="{FEE331EB-3686-4F49-8A65-1B174ECE747A}" type="presParOf" srcId="{B42C0826-9699-479A-8118-68F6EF4DDB89}" destId="{0AC482C8-9381-4E98-8675-6C9ED208AD97}" srcOrd="8" destOrd="0" presId="urn:microsoft.com/office/officeart/2008/layout/LinedList"/>
    <dgm:cxn modelId="{A7ACE6CD-7470-4AD7-8BA0-54307C5D56DA}" type="presParOf" srcId="{B42C0826-9699-479A-8118-68F6EF4DDB89}" destId="{A8F029D6-F252-45BE-9731-343E5E4FEEE8}" srcOrd="9" destOrd="0" presId="urn:microsoft.com/office/officeart/2008/layout/LinedList"/>
    <dgm:cxn modelId="{71C40CD9-326D-4149-B742-B64210C00236}" type="presParOf" srcId="{A8F029D6-F252-45BE-9731-343E5E4FEEE8}" destId="{F154085D-B4D5-4EBB-B04F-32E14B241F71}" srcOrd="0" destOrd="0" presId="urn:microsoft.com/office/officeart/2008/layout/LinedList"/>
    <dgm:cxn modelId="{7D12A606-CAC3-4846-8435-AB7832DE5DFD}" type="presParOf" srcId="{A8F029D6-F252-45BE-9731-343E5E4FEEE8}" destId="{6DB3844F-840F-4FC0-9A78-F89DB0F1F802}" srcOrd="1" destOrd="0" presId="urn:microsoft.com/office/officeart/2008/layout/LinedList"/>
    <dgm:cxn modelId="{F5D671C8-7BCB-41EB-8448-D0DE0C34CB8B}" type="presParOf" srcId="{B42C0826-9699-479A-8118-68F6EF4DDB89}" destId="{C04D5BA0-51A8-4FE4-865D-5E9079B33483}" srcOrd="10" destOrd="0" presId="urn:microsoft.com/office/officeart/2008/layout/LinedList"/>
    <dgm:cxn modelId="{BE7E1187-C771-4C87-B432-0792F7AADE6D}" type="presParOf" srcId="{B42C0826-9699-479A-8118-68F6EF4DDB89}" destId="{3AF2D164-3ABD-4CEF-BCCB-370A0967F0B3}" srcOrd="11" destOrd="0" presId="urn:microsoft.com/office/officeart/2008/layout/LinedList"/>
    <dgm:cxn modelId="{773E02FD-A27B-435D-B094-889D0FF19C24}" type="presParOf" srcId="{3AF2D164-3ABD-4CEF-BCCB-370A0967F0B3}" destId="{2C2033AF-896A-48B5-851D-6CDA30BEF45C}" srcOrd="0" destOrd="0" presId="urn:microsoft.com/office/officeart/2008/layout/LinedList"/>
    <dgm:cxn modelId="{6E76D1DD-6798-4EBE-BED9-0C7BEAA403D3}" type="presParOf" srcId="{3AF2D164-3ABD-4CEF-BCCB-370A0967F0B3}" destId="{62A17381-01D5-4D49-A220-B545E6456B43}" srcOrd="1" destOrd="0" presId="urn:microsoft.com/office/officeart/2008/layout/LinedList"/>
    <dgm:cxn modelId="{7CE31150-1018-42C2-B2FA-CC91B3923BA0}" type="presParOf" srcId="{B42C0826-9699-479A-8118-68F6EF4DDB89}" destId="{6A9EE954-4BC1-42FF-95E3-BB2E56E3FA43}" srcOrd="12" destOrd="0" presId="urn:microsoft.com/office/officeart/2008/layout/LinedList"/>
    <dgm:cxn modelId="{296E0D9E-782D-44A2-AF7B-626FD23F0788}" type="presParOf" srcId="{B42C0826-9699-479A-8118-68F6EF4DDB89}" destId="{5295D270-111C-4F07-9EC7-06A2A2EC3F97}" srcOrd="13" destOrd="0" presId="urn:microsoft.com/office/officeart/2008/layout/LinedList"/>
    <dgm:cxn modelId="{9C707FCA-FFDF-4AAA-859C-FFCA03CAE096}" type="presParOf" srcId="{5295D270-111C-4F07-9EC7-06A2A2EC3F97}" destId="{40892D78-B09D-4536-BD87-5D74700D01B3}" srcOrd="0" destOrd="0" presId="urn:microsoft.com/office/officeart/2008/layout/LinedList"/>
    <dgm:cxn modelId="{FB15B6DB-0C26-4B2A-AEB1-9A9E3D378170}" type="presParOf" srcId="{5295D270-111C-4F07-9EC7-06A2A2EC3F97}" destId="{1244C150-F738-4C69-B00E-4CE3A856F6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CF73A3-FDC9-4E2A-AD2E-8E7C706B7F08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1FAC5836-CDA8-4688-AEFA-E439B02998F0}">
      <dgm:prSet/>
      <dgm:spPr/>
      <dgm:t>
        <a:bodyPr/>
        <a:lstStyle/>
        <a:p>
          <a:r>
            <a:rPr lang="en-US" b="0" i="0" baseline="0"/>
            <a:t>jumlah_produksi</a:t>
          </a:r>
          <a:endParaRPr lang="en-US"/>
        </a:p>
      </dgm:t>
    </dgm:pt>
    <dgm:pt modelId="{FEE45730-229A-49F6-A375-0ECC12FF4FBA}" type="parTrans" cxnId="{294BBADE-A4C2-4A64-84EE-2CD028A4FFAD}">
      <dgm:prSet/>
      <dgm:spPr/>
      <dgm:t>
        <a:bodyPr/>
        <a:lstStyle/>
        <a:p>
          <a:endParaRPr lang="en-US"/>
        </a:p>
      </dgm:t>
    </dgm:pt>
    <dgm:pt modelId="{8FB975BE-ADC7-404B-A46E-6246376D3B0E}" type="sibTrans" cxnId="{294BBADE-A4C2-4A64-84EE-2CD028A4FFAD}">
      <dgm:prSet/>
      <dgm:spPr/>
      <dgm:t>
        <a:bodyPr/>
        <a:lstStyle/>
        <a:p>
          <a:endParaRPr lang="en-US"/>
        </a:p>
      </dgm:t>
    </dgm:pt>
    <dgm:pt modelId="{21CE03C2-5608-4684-9082-0CB2AAC991E3}">
      <dgm:prSet/>
      <dgm:spPr/>
      <dgm:t>
        <a:bodyPr/>
        <a:lstStyle/>
        <a:p>
          <a:r>
            <a:rPr lang="en-US" b="0" i="0" baseline="0"/>
            <a:t>biaya_bahan_baku_per_unit</a:t>
          </a:r>
          <a:endParaRPr lang="en-US"/>
        </a:p>
      </dgm:t>
    </dgm:pt>
    <dgm:pt modelId="{B650BED5-B2BE-4A1F-A64C-FE6528AF0949}" type="parTrans" cxnId="{27264FC4-70EF-49A0-9CA7-C6BFE5BC3535}">
      <dgm:prSet/>
      <dgm:spPr/>
      <dgm:t>
        <a:bodyPr/>
        <a:lstStyle/>
        <a:p>
          <a:endParaRPr lang="en-US"/>
        </a:p>
      </dgm:t>
    </dgm:pt>
    <dgm:pt modelId="{0D8BEF74-D899-45BD-B8FD-AFFB280EC54D}" type="sibTrans" cxnId="{27264FC4-70EF-49A0-9CA7-C6BFE5BC3535}">
      <dgm:prSet/>
      <dgm:spPr/>
      <dgm:t>
        <a:bodyPr/>
        <a:lstStyle/>
        <a:p>
          <a:endParaRPr lang="en-US"/>
        </a:p>
      </dgm:t>
    </dgm:pt>
    <dgm:pt modelId="{A7864051-01DA-4D4B-9A03-B0405BB145F3}">
      <dgm:prSet/>
      <dgm:spPr/>
      <dgm:t>
        <a:bodyPr/>
        <a:lstStyle/>
        <a:p>
          <a:r>
            <a:rPr lang="en-US" b="0" i="0" baseline="0"/>
            <a:t>biaya_tenaga_kerja_per_unit</a:t>
          </a:r>
          <a:endParaRPr lang="en-US"/>
        </a:p>
      </dgm:t>
    </dgm:pt>
    <dgm:pt modelId="{6C712759-A7AF-41F5-8E84-AF232B74153C}" type="parTrans" cxnId="{7BA6E017-A0BE-452E-BB2B-0E77BC7F822D}">
      <dgm:prSet/>
      <dgm:spPr/>
      <dgm:t>
        <a:bodyPr/>
        <a:lstStyle/>
        <a:p>
          <a:endParaRPr lang="en-US"/>
        </a:p>
      </dgm:t>
    </dgm:pt>
    <dgm:pt modelId="{1A4DD295-D28C-481F-924E-C5D3404347B2}" type="sibTrans" cxnId="{7BA6E017-A0BE-452E-BB2B-0E77BC7F822D}">
      <dgm:prSet/>
      <dgm:spPr/>
      <dgm:t>
        <a:bodyPr/>
        <a:lstStyle/>
        <a:p>
          <a:endParaRPr lang="en-US"/>
        </a:p>
      </dgm:t>
    </dgm:pt>
    <dgm:pt modelId="{41FB4A6B-9D60-4194-B4B4-29630701D644}">
      <dgm:prSet/>
      <dgm:spPr/>
      <dgm:t>
        <a:bodyPr/>
        <a:lstStyle/>
        <a:p>
          <a:r>
            <a:rPr lang="en-US" b="0" i="0" baseline="0"/>
            <a:t>biaya_overhead_per_unit</a:t>
          </a:r>
          <a:endParaRPr lang="en-US"/>
        </a:p>
      </dgm:t>
    </dgm:pt>
    <dgm:pt modelId="{58B24C23-7989-4D7C-835E-7BE926A2AC8A}" type="parTrans" cxnId="{A9C9E68F-5813-4EAA-8FCB-854B1197B91C}">
      <dgm:prSet/>
      <dgm:spPr/>
      <dgm:t>
        <a:bodyPr/>
        <a:lstStyle/>
        <a:p>
          <a:endParaRPr lang="en-US"/>
        </a:p>
      </dgm:t>
    </dgm:pt>
    <dgm:pt modelId="{72769527-03CE-435D-99C1-79248456CE9D}" type="sibTrans" cxnId="{A9C9E68F-5813-4EAA-8FCB-854B1197B91C}">
      <dgm:prSet/>
      <dgm:spPr/>
      <dgm:t>
        <a:bodyPr/>
        <a:lstStyle/>
        <a:p>
          <a:endParaRPr lang="en-US"/>
        </a:p>
      </dgm:t>
    </dgm:pt>
    <dgm:pt modelId="{E42BE985-9BC1-4AE0-8654-C400E994E04E}">
      <dgm:prSet/>
      <dgm:spPr/>
      <dgm:t>
        <a:bodyPr/>
        <a:lstStyle/>
        <a:p>
          <a:r>
            <a:rPr lang="en-US" b="0" i="0" baseline="0"/>
            <a:t>persentase_markup</a:t>
          </a:r>
          <a:endParaRPr lang="en-US"/>
        </a:p>
      </dgm:t>
    </dgm:pt>
    <dgm:pt modelId="{27541A62-19BF-4C33-8EE7-3C2DA1294D2A}" type="parTrans" cxnId="{E1BA2F51-70F7-4BF2-B02F-3EA952B899BD}">
      <dgm:prSet/>
      <dgm:spPr/>
      <dgm:t>
        <a:bodyPr/>
        <a:lstStyle/>
        <a:p>
          <a:endParaRPr lang="en-US"/>
        </a:p>
      </dgm:t>
    </dgm:pt>
    <dgm:pt modelId="{2A181D02-EFF9-41C8-986B-049A08B8DF43}" type="sibTrans" cxnId="{E1BA2F51-70F7-4BF2-B02F-3EA952B899BD}">
      <dgm:prSet/>
      <dgm:spPr/>
      <dgm:t>
        <a:bodyPr/>
        <a:lstStyle/>
        <a:p>
          <a:endParaRPr lang="en-US"/>
        </a:p>
      </dgm:t>
    </dgm:pt>
    <dgm:pt modelId="{DAE80345-6558-4971-8ACA-5848E4E935B0}" type="pres">
      <dgm:prSet presAssocID="{E4CF73A3-FDC9-4E2A-AD2E-8E7C706B7F08}" presName="vert0" presStyleCnt="0">
        <dgm:presLayoutVars>
          <dgm:dir/>
          <dgm:animOne val="branch"/>
          <dgm:animLvl val="lvl"/>
        </dgm:presLayoutVars>
      </dgm:prSet>
      <dgm:spPr/>
    </dgm:pt>
    <dgm:pt modelId="{959EF6CE-FE42-4D49-AA21-1C44B9356981}" type="pres">
      <dgm:prSet presAssocID="{1FAC5836-CDA8-4688-AEFA-E439B02998F0}" presName="thickLine" presStyleLbl="alignNode1" presStyleIdx="0" presStyleCnt="5"/>
      <dgm:spPr/>
    </dgm:pt>
    <dgm:pt modelId="{EBC5A933-31A7-4379-8E2F-426569A94A16}" type="pres">
      <dgm:prSet presAssocID="{1FAC5836-CDA8-4688-AEFA-E439B02998F0}" presName="horz1" presStyleCnt="0"/>
      <dgm:spPr/>
    </dgm:pt>
    <dgm:pt modelId="{1FBB3DF0-D111-4640-8F24-20EA8927A037}" type="pres">
      <dgm:prSet presAssocID="{1FAC5836-CDA8-4688-AEFA-E439B02998F0}" presName="tx1" presStyleLbl="revTx" presStyleIdx="0" presStyleCnt="5"/>
      <dgm:spPr/>
    </dgm:pt>
    <dgm:pt modelId="{E3F0997D-2ABB-4BFD-8038-313F6F170955}" type="pres">
      <dgm:prSet presAssocID="{1FAC5836-CDA8-4688-AEFA-E439B02998F0}" presName="vert1" presStyleCnt="0"/>
      <dgm:spPr/>
    </dgm:pt>
    <dgm:pt modelId="{60915333-0012-4A53-B1D3-C47EB64638E5}" type="pres">
      <dgm:prSet presAssocID="{21CE03C2-5608-4684-9082-0CB2AAC991E3}" presName="thickLine" presStyleLbl="alignNode1" presStyleIdx="1" presStyleCnt="5"/>
      <dgm:spPr/>
    </dgm:pt>
    <dgm:pt modelId="{B79A995D-558F-4E54-933A-D9FE6FE1C38B}" type="pres">
      <dgm:prSet presAssocID="{21CE03C2-5608-4684-9082-0CB2AAC991E3}" presName="horz1" presStyleCnt="0"/>
      <dgm:spPr/>
    </dgm:pt>
    <dgm:pt modelId="{B03EB3E0-52B6-486C-A043-62EAA9E5B7E6}" type="pres">
      <dgm:prSet presAssocID="{21CE03C2-5608-4684-9082-0CB2AAC991E3}" presName="tx1" presStyleLbl="revTx" presStyleIdx="1" presStyleCnt="5"/>
      <dgm:spPr/>
    </dgm:pt>
    <dgm:pt modelId="{5CB38AF0-9824-449A-8356-D493E54733CA}" type="pres">
      <dgm:prSet presAssocID="{21CE03C2-5608-4684-9082-0CB2AAC991E3}" presName="vert1" presStyleCnt="0"/>
      <dgm:spPr/>
    </dgm:pt>
    <dgm:pt modelId="{C9F759CE-CC7A-4B0B-B636-709867936313}" type="pres">
      <dgm:prSet presAssocID="{A7864051-01DA-4D4B-9A03-B0405BB145F3}" presName="thickLine" presStyleLbl="alignNode1" presStyleIdx="2" presStyleCnt="5"/>
      <dgm:spPr/>
    </dgm:pt>
    <dgm:pt modelId="{E472BE01-6D85-4B76-9EDF-E0C9ACC5243A}" type="pres">
      <dgm:prSet presAssocID="{A7864051-01DA-4D4B-9A03-B0405BB145F3}" presName="horz1" presStyleCnt="0"/>
      <dgm:spPr/>
    </dgm:pt>
    <dgm:pt modelId="{4B4B870C-16CD-4D65-8A0E-545ED1DB8C66}" type="pres">
      <dgm:prSet presAssocID="{A7864051-01DA-4D4B-9A03-B0405BB145F3}" presName="tx1" presStyleLbl="revTx" presStyleIdx="2" presStyleCnt="5"/>
      <dgm:spPr/>
    </dgm:pt>
    <dgm:pt modelId="{F575D28F-990A-4823-BB39-35650FCF55F5}" type="pres">
      <dgm:prSet presAssocID="{A7864051-01DA-4D4B-9A03-B0405BB145F3}" presName="vert1" presStyleCnt="0"/>
      <dgm:spPr/>
    </dgm:pt>
    <dgm:pt modelId="{9BC9A031-9041-4EC3-AC09-9FCD5C43CA5D}" type="pres">
      <dgm:prSet presAssocID="{41FB4A6B-9D60-4194-B4B4-29630701D644}" presName="thickLine" presStyleLbl="alignNode1" presStyleIdx="3" presStyleCnt="5"/>
      <dgm:spPr/>
    </dgm:pt>
    <dgm:pt modelId="{3518956A-E0C0-40AF-81B9-8D24D3B8A7C5}" type="pres">
      <dgm:prSet presAssocID="{41FB4A6B-9D60-4194-B4B4-29630701D644}" presName="horz1" presStyleCnt="0"/>
      <dgm:spPr/>
    </dgm:pt>
    <dgm:pt modelId="{1824B93F-2375-4030-BB2B-22742D0B7AB3}" type="pres">
      <dgm:prSet presAssocID="{41FB4A6B-9D60-4194-B4B4-29630701D644}" presName="tx1" presStyleLbl="revTx" presStyleIdx="3" presStyleCnt="5"/>
      <dgm:spPr/>
    </dgm:pt>
    <dgm:pt modelId="{AF4F2B6B-5990-4D62-869D-C001CB67A17C}" type="pres">
      <dgm:prSet presAssocID="{41FB4A6B-9D60-4194-B4B4-29630701D644}" presName="vert1" presStyleCnt="0"/>
      <dgm:spPr/>
    </dgm:pt>
    <dgm:pt modelId="{E2F3D5A7-05AD-49B9-B433-34017032C925}" type="pres">
      <dgm:prSet presAssocID="{E42BE985-9BC1-4AE0-8654-C400E994E04E}" presName="thickLine" presStyleLbl="alignNode1" presStyleIdx="4" presStyleCnt="5"/>
      <dgm:spPr/>
    </dgm:pt>
    <dgm:pt modelId="{F92A4ACC-3870-4418-9059-2E299091C129}" type="pres">
      <dgm:prSet presAssocID="{E42BE985-9BC1-4AE0-8654-C400E994E04E}" presName="horz1" presStyleCnt="0"/>
      <dgm:spPr/>
    </dgm:pt>
    <dgm:pt modelId="{9A9ED6FF-86AF-47BF-B0C3-C82F8F0F4BA3}" type="pres">
      <dgm:prSet presAssocID="{E42BE985-9BC1-4AE0-8654-C400E994E04E}" presName="tx1" presStyleLbl="revTx" presStyleIdx="4" presStyleCnt="5"/>
      <dgm:spPr/>
    </dgm:pt>
    <dgm:pt modelId="{C91AC084-C0C1-42E2-A460-CF322010DC5F}" type="pres">
      <dgm:prSet presAssocID="{E42BE985-9BC1-4AE0-8654-C400E994E04E}" presName="vert1" presStyleCnt="0"/>
      <dgm:spPr/>
    </dgm:pt>
  </dgm:ptLst>
  <dgm:cxnLst>
    <dgm:cxn modelId="{7BA6E017-A0BE-452E-BB2B-0E77BC7F822D}" srcId="{E4CF73A3-FDC9-4E2A-AD2E-8E7C706B7F08}" destId="{A7864051-01DA-4D4B-9A03-B0405BB145F3}" srcOrd="2" destOrd="0" parTransId="{6C712759-A7AF-41F5-8E84-AF232B74153C}" sibTransId="{1A4DD295-D28C-481F-924E-C5D3404347B2}"/>
    <dgm:cxn modelId="{38D06C5E-723C-4F6E-AC48-C137E7644618}" type="presOf" srcId="{1FAC5836-CDA8-4688-AEFA-E439B02998F0}" destId="{1FBB3DF0-D111-4640-8F24-20EA8927A037}" srcOrd="0" destOrd="0" presId="urn:microsoft.com/office/officeart/2008/layout/LinedList"/>
    <dgm:cxn modelId="{72DC024B-8974-4885-AB77-9F744952795F}" type="presOf" srcId="{21CE03C2-5608-4684-9082-0CB2AAC991E3}" destId="{B03EB3E0-52B6-486C-A043-62EAA9E5B7E6}" srcOrd="0" destOrd="0" presId="urn:microsoft.com/office/officeart/2008/layout/LinedList"/>
    <dgm:cxn modelId="{E1BA2F51-70F7-4BF2-B02F-3EA952B899BD}" srcId="{E4CF73A3-FDC9-4E2A-AD2E-8E7C706B7F08}" destId="{E42BE985-9BC1-4AE0-8654-C400E994E04E}" srcOrd="4" destOrd="0" parTransId="{27541A62-19BF-4C33-8EE7-3C2DA1294D2A}" sibTransId="{2A181D02-EFF9-41C8-986B-049A08B8DF43}"/>
    <dgm:cxn modelId="{29C86A72-07E4-4BB7-B12C-731ABE1CC2E5}" type="presOf" srcId="{A7864051-01DA-4D4B-9A03-B0405BB145F3}" destId="{4B4B870C-16CD-4D65-8A0E-545ED1DB8C66}" srcOrd="0" destOrd="0" presId="urn:microsoft.com/office/officeart/2008/layout/LinedList"/>
    <dgm:cxn modelId="{A9C9E68F-5813-4EAA-8FCB-854B1197B91C}" srcId="{E4CF73A3-FDC9-4E2A-AD2E-8E7C706B7F08}" destId="{41FB4A6B-9D60-4194-B4B4-29630701D644}" srcOrd="3" destOrd="0" parTransId="{58B24C23-7989-4D7C-835E-7BE926A2AC8A}" sibTransId="{72769527-03CE-435D-99C1-79248456CE9D}"/>
    <dgm:cxn modelId="{8645839B-3387-4FA5-9188-6EC792A085B2}" type="presOf" srcId="{41FB4A6B-9D60-4194-B4B4-29630701D644}" destId="{1824B93F-2375-4030-BB2B-22742D0B7AB3}" srcOrd="0" destOrd="0" presId="urn:microsoft.com/office/officeart/2008/layout/LinedList"/>
    <dgm:cxn modelId="{27264FC4-70EF-49A0-9CA7-C6BFE5BC3535}" srcId="{E4CF73A3-FDC9-4E2A-AD2E-8E7C706B7F08}" destId="{21CE03C2-5608-4684-9082-0CB2AAC991E3}" srcOrd="1" destOrd="0" parTransId="{B650BED5-B2BE-4A1F-A64C-FE6528AF0949}" sibTransId="{0D8BEF74-D899-45BD-B8FD-AFFB280EC54D}"/>
    <dgm:cxn modelId="{ACFA8CC9-30EB-4FF3-8E7D-00200206C8A1}" type="presOf" srcId="{E4CF73A3-FDC9-4E2A-AD2E-8E7C706B7F08}" destId="{DAE80345-6558-4971-8ACA-5848E4E935B0}" srcOrd="0" destOrd="0" presId="urn:microsoft.com/office/officeart/2008/layout/LinedList"/>
    <dgm:cxn modelId="{294BBADE-A4C2-4A64-84EE-2CD028A4FFAD}" srcId="{E4CF73A3-FDC9-4E2A-AD2E-8E7C706B7F08}" destId="{1FAC5836-CDA8-4688-AEFA-E439B02998F0}" srcOrd="0" destOrd="0" parTransId="{FEE45730-229A-49F6-A375-0ECC12FF4FBA}" sibTransId="{8FB975BE-ADC7-404B-A46E-6246376D3B0E}"/>
    <dgm:cxn modelId="{468D41F8-7D60-4028-91DE-0677B0DC519B}" type="presOf" srcId="{E42BE985-9BC1-4AE0-8654-C400E994E04E}" destId="{9A9ED6FF-86AF-47BF-B0C3-C82F8F0F4BA3}" srcOrd="0" destOrd="0" presId="urn:microsoft.com/office/officeart/2008/layout/LinedList"/>
    <dgm:cxn modelId="{348B1ED8-D09F-45BD-9E3B-016A0F5D38CC}" type="presParOf" srcId="{DAE80345-6558-4971-8ACA-5848E4E935B0}" destId="{959EF6CE-FE42-4D49-AA21-1C44B9356981}" srcOrd="0" destOrd="0" presId="urn:microsoft.com/office/officeart/2008/layout/LinedList"/>
    <dgm:cxn modelId="{88759526-15BA-4A15-B1F2-C42D6B58284B}" type="presParOf" srcId="{DAE80345-6558-4971-8ACA-5848E4E935B0}" destId="{EBC5A933-31A7-4379-8E2F-426569A94A16}" srcOrd="1" destOrd="0" presId="urn:microsoft.com/office/officeart/2008/layout/LinedList"/>
    <dgm:cxn modelId="{38B52674-8A48-4C30-ACE2-5E4E72617544}" type="presParOf" srcId="{EBC5A933-31A7-4379-8E2F-426569A94A16}" destId="{1FBB3DF0-D111-4640-8F24-20EA8927A037}" srcOrd="0" destOrd="0" presId="urn:microsoft.com/office/officeart/2008/layout/LinedList"/>
    <dgm:cxn modelId="{70A119CB-95C7-4AC9-88B1-1E98B7A996EC}" type="presParOf" srcId="{EBC5A933-31A7-4379-8E2F-426569A94A16}" destId="{E3F0997D-2ABB-4BFD-8038-313F6F170955}" srcOrd="1" destOrd="0" presId="urn:microsoft.com/office/officeart/2008/layout/LinedList"/>
    <dgm:cxn modelId="{F7ABF00F-89D1-4573-8F97-0FE81D22F36B}" type="presParOf" srcId="{DAE80345-6558-4971-8ACA-5848E4E935B0}" destId="{60915333-0012-4A53-B1D3-C47EB64638E5}" srcOrd="2" destOrd="0" presId="urn:microsoft.com/office/officeart/2008/layout/LinedList"/>
    <dgm:cxn modelId="{AE275528-6FB1-47B0-8C3F-DC1B0164110D}" type="presParOf" srcId="{DAE80345-6558-4971-8ACA-5848E4E935B0}" destId="{B79A995D-558F-4E54-933A-D9FE6FE1C38B}" srcOrd="3" destOrd="0" presId="urn:microsoft.com/office/officeart/2008/layout/LinedList"/>
    <dgm:cxn modelId="{299C914D-D3DE-41D8-BD09-D00081B08AB9}" type="presParOf" srcId="{B79A995D-558F-4E54-933A-D9FE6FE1C38B}" destId="{B03EB3E0-52B6-486C-A043-62EAA9E5B7E6}" srcOrd="0" destOrd="0" presId="urn:microsoft.com/office/officeart/2008/layout/LinedList"/>
    <dgm:cxn modelId="{C332F618-8528-41C3-8C6F-EB3885C970D3}" type="presParOf" srcId="{B79A995D-558F-4E54-933A-D9FE6FE1C38B}" destId="{5CB38AF0-9824-449A-8356-D493E54733CA}" srcOrd="1" destOrd="0" presId="urn:microsoft.com/office/officeart/2008/layout/LinedList"/>
    <dgm:cxn modelId="{3633D251-7AD8-4A4C-BD39-A69682B3D22C}" type="presParOf" srcId="{DAE80345-6558-4971-8ACA-5848E4E935B0}" destId="{C9F759CE-CC7A-4B0B-B636-709867936313}" srcOrd="4" destOrd="0" presId="urn:microsoft.com/office/officeart/2008/layout/LinedList"/>
    <dgm:cxn modelId="{7527C739-429A-4911-9316-9F20F836FFBC}" type="presParOf" srcId="{DAE80345-6558-4971-8ACA-5848E4E935B0}" destId="{E472BE01-6D85-4B76-9EDF-E0C9ACC5243A}" srcOrd="5" destOrd="0" presId="urn:microsoft.com/office/officeart/2008/layout/LinedList"/>
    <dgm:cxn modelId="{9B34C889-EA6D-486A-B5EA-6A8F617D3B2D}" type="presParOf" srcId="{E472BE01-6D85-4B76-9EDF-E0C9ACC5243A}" destId="{4B4B870C-16CD-4D65-8A0E-545ED1DB8C66}" srcOrd="0" destOrd="0" presId="urn:microsoft.com/office/officeart/2008/layout/LinedList"/>
    <dgm:cxn modelId="{0FE87937-4584-4F47-B3B5-DB32D32C9EB1}" type="presParOf" srcId="{E472BE01-6D85-4B76-9EDF-E0C9ACC5243A}" destId="{F575D28F-990A-4823-BB39-35650FCF55F5}" srcOrd="1" destOrd="0" presId="urn:microsoft.com/office/officeart/2008/layout/LinedList"/>
    <dgm:cxn modelId="{1A7D11B0-A2B4-4FF8-A23F-F0B7094A70C0}" type="presParOf" srcId="{DAE80345-6558-4971-8ACA-5848E4E935B0}" destId="{9BC9A031-9041-4EC3-AC09-9FCD5C43CA5D}" srcOrd="6" destOrd="0" presId="urn:microsoft.com/office/officeart/2008/layout/LinedList"/>
    <dgm:cxn modelId="{9C981367-0E4B-4E0C-BAF8-C25DEF54EFF4}" type="presParOf" srcId="{DAE80345-6558-4971-8ACA-5848E4E935B0}" destId="{3518956A-E0C0-40AF-81B9-8D24D3B8A7C5}" srcOrd="7" destOrd="0" presId="urn:microsoft.com/office/officeart/2008/layout/LinedList"/>
    <dgm:cxn modelId="{62BD866D-455D-4A7B-B619-B6941CB1FD8E}" type="presParOf" srcId="{3518956A-E0C0-40AF-81B9-8D24D3B8A7C5}" destId="{1824B93F-2375-4030-BB2B-22742D0B7AB3}" srcOrd="0" destOrd="0" presId="urn:microsoft.com/office/officeart/2008/layout/LinedList"/>
    <dgm:cxn modelId="{C1007A24-1B80-4FD1-93EC-D386F1210011}" type="presParOf" srcId="{3518956A-E0C0-40AF-81B9-8D24D3B8A7C5}" destId="{AF4F2B6B-5990-4D62-869D-C001CB67A17C}" srcOrd="1" destOrd="0" presId="urn:microsoft.com/office/officeart/2008/layout/LinedList"/>
    <dgm:cxn modelId="{EEEF9725-344A-4E80-A418-E2B6B0667D60}" type="presParOf" srcId="{DAE80345-6558-4971-8ACA-5848E4E935B0}" destId="{E2F3D5A7-05AD-49B9-B433-34017032C925}" srcOrd="8" destOrd="0" presId="urn:microsoft.com/office/officeart/2008/layout/LinedList"/>
    <dgm:cxn modelId="{4C3F454E-602D-449C-BB9E-A00821E74B71}" type="presParOf" srcId="{DAE80345-6558-4971-8ACA-5848E4E935B0}" destId="{F92A4ACC-3870-4418-9059-2E299091C129}" srcOrd="9" destOrd="0" presId="urn:microsoft.com/office/officeart/2008/layout/LinedList"/>
    <dgm:cxn modelId="{D75D7962-5B1C-4D6C-BF0B-794B212AF12F}" type="presParOf" srcId="{F92A4ACC-3870-4418-9059-2E299091C129}" destId="{9A9ED6FF-86AF-47BF-B0C3-C82F8F0F4BA3}" srcOrd="0" destOrd="0" presId="urn:microsoft.com/office/officeart/2008/layout/LinedList"/>
    <dgm:cxn modelId="{48A75826-3C39-4144-9B22-0D338AD7BD93}" type="presParOf" srcId="{F92A4ACC-3870-4418-9059-2E299091C129}" destId="{C91AC084-C0C1-42E2-A460-CF322010DC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8C454A-3927-444C-99FA-FB489D61AAE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EC3CB08-7337-4626-9982-3BF627D12705}">
      <dgm:prSet/>
      <dgm:spPr/>
      <dgm:t>
        <a:bodyPr/>
        <a:lstStyle/>
        <a:p>
          <a:r>
            <a:rPr lang="en-US" b="0" i="0" baseline="0"/>
            <a:t>Total Biaya Bahan Baku</a:t>
          </a:r>
          <a:br>
            <a:rPr lang="en-US" b="0" i="0" baseline="0"/>
          </a:br>
          <a:r>
            <a:rPr lang="en-US" b="0" i="0" baseline="0"/>
            <a:t>= jumlah_produksi × biaya_bahan_baku_per_unit</a:t>
          </a:r>
          <a:endParaRPr lang="en-US"/>
        </a:p>
      </dgm:t>
    </dgm:pt>
    <dgm:pt modelId="{CA7551EF-FDF4-4F8D-8459-2B8E97449D95}" type="parTrans" cxnId="{370BA60E-08FB-4314-8F8B-ED9BABF23ECD}">
      <dgm:prSet/>
      <dgm:spPr/>
      <dgm:t>
        <a:bodyPr/>
        <a:lstStyle/>
        <a:p>
          <a:endParaRPr lang="en-US"/>
        </a:p>
      </dgm:t>
    </dgm:pt>
    <dgm:pt modelId="{1AED176A-F8E7-414F-AFB5-67D38786A88B}" type="sibTrans" cxnId="{370BA60E-08FB-4314-8F8B-ED9BABF23ECD}">
      <dgm:prSet/>
      <dgm:spPr/>
      <dgm:t>
        <a:bodyPr/>
        <a:lstStyle/>
        <a:p>
          <a:endParaRPr lang="en-US"/>
        </a:p>
      </dgm:t>
    </dgm:pt>
    <dgm:pt modelId="{384EA413-6C3F-4B3D-9E35-1DECC75D2209}">
      <dgm:prSet/>
      <dgm:spPr/>
      <dgm:t>
        <a:bodyPr/>
        <a:lstStyle/>
        <a:p>
          <a:r>
            <a:rPr lang="en-US" b="0" i="0" baseline="0"/>
            <a:t>Total Biaya Tenaga Kerja</a:t>
          </a:r>
          <a:br>
            <a:rPr lang="en-US" b="0" i="0" baseline="0"/>
          </a:br>
          <a:r>
            <a:rPr lang="en-US" b="0" i="0" baseline="0"/>
            <a:t>= jumlah_produksi × biaya_tenaga_kerja_per_unit</a:t>
          </a:r>
          <a:endParaRPr lang="en-US"/>
        </a:p>
      </dgm:t>
    </dgm:pt>
    <dgm:pt modelId="{8B718FCC-4132-4D9D-81F6-8DF6BE08218B}" type="parTrans" cxnId="{AD7AE2EE-25B3-4757-833F-0D12F9528AF2}">
      <dgm:prSet/>
      <dgm:spPr/>
      <dgm:t>
        <a:bodyPr/>
        <a:lstStyle/>
        <a:p>
          <a:endParaRPr lang="en-US"/>
        </a:p>
      </dgm:t>
    </dgm:pt>
    <dgm:pt modelId="{22D488F0-C28C-4BF7-82A4-E3DF4679C3E4}" type="sibTrans" cxnId="{AD7AE2EE-25B3-4757-833F-0D12F9528AF2}">
      <dgm:prSet/>
      <dgm:spPr/>
      <dgm:t>
        <a:bodyPr/>
        <a:lstStyle/>
        <a:p>
          <a:endParaRPr lang="en-US"/>
        </a:p>
      </dgm:t>
    </dgm:pt>
    <dgm:pt modelId="{7D2B3513-24E3-4F84-BD3E-54490742CC7F}">
      <dgm:prSet/>
      <dgm:spPr/>
      <dgm:t>
        <a:bodyPr/>
        <a:lstStyle/>
        <a:p>
          <a:r>
            <a:rPr lang="en-US" b="0" i="0" baseline="0"/>
            <a:t>Total Biaya Overhead</a:t>
          </a:r>
          <a:br>
            <a:rPr lang="en-US" b="0" i="0" baseline="0"/>
          </a:br>
          <a:r>
            <a:rPr lang="en-US" b="0" i="0" baseline="0"/>
            <a:t>= jumlah_produksi × biaya_overhead_per_unit</a:t>
          </a:r>
          <a:endParaRPr lang="en-US"/>
        </a:p>
      </dgm:t>
    </dgm:pt>
    <dgm:pt modelId="{528E2FE5-0D6A-4ABB-987B-9AF8098CD5FD}" type="parTrans" cxnId="{5F13B6D0-D9DC-4E31-B063-27E686218C22}">
      <dgm:prSet/>
      <dgm:spPr/>
      <dgm:t>
        <a:bodyPr/>
        <a:lstStyle/>
        <a:p>
          <a:endParaRPr lang="en-US"/>
        </a:p>
      </dgm:t>
    </dgm:pt>
    <dgm:pt modelId="{7445BB5E-3F79-449C-B4F9-AC18B8B584A2}" type="sibTrans" cxnId="{5F13B6D0-D9DC-4E31-B063-27E686218C22}">
      <dgm:prSet/>
      <dgm:spPr/>
      <dgm:t>
        <a:bodyPr/>
        <a:lstStyle/>
        <a:p>
          <a:endParaRPr lang="en-US"/>
        </a:p>
      </dgm:t>
    </dgm:pt>
    <dgm:pt modelId="{8AE7239A-0A6C-46A7-B2F8-5E339D79E8A1}">
      <dgm:prSet/>
      <dgm:spPr/>
      <dgm:t>
        <a:bodyPr/>
        <a:lstStyle/>
        <a:p>
          <a:r>
            <a:rPr lang="en-US" b="0" i="0" baseline="0"/>
            <a:t>Total Biaya Produksi</a:t>
          </a:r>
          <a:br>
            <a:rPr lang="en-US" b="0" i="0" baseline="0"/>
          </a:br>
          <a:r>
            <a:rPr lang="en-US" b="0" i="0" baseline="0"/>
            <a:t>= bahan baku + tenaga kerja + overhead</a:t>
          </a:r>
          <a:endParaRPr lang="en-US"/>
        </a:p>
      </dgm:t>
    </dgm:pt>
    <dgm:pt modelId="{2E1A2401-3A24-4D3C-998C-1BA8777D9F5B}" type="parTrans" cxnId="{FD76FD29-68F8-46CE-9DFC-17F09E01B1C9}">
      <dgm:prSet/>
      <dgm:spPr/>
      <dgm:t>
        <a:bodyPr/>
        <a:lstStyle/>
        <a:p>
          <a:endParaRPr lang="en-US"/>
        </a:p>
      </dgm:t>
    </dgm:pt>
    <dgm:pt modelId="{DF415E65-F2E0-49AC-A07D-A2CFEF1C472F}" type="sibTrans" cxnId="{FD76FD29-68F8-46CE-9DFC-17F09E01B1C9}">
      <dgm:prSet/>
      <dgm:spPr/>
      <dgm:t>
        <a:bodyPr/>
        <a:lstStyle/>
        <a:p>
          <a:endParaRPr lang="en-US"/>
        </a:p>
      </dgm:t>
    </dgm:pt>
    <dgm:pt modelId="{2BAE443C-BDFD-49BA-8BCD-DCA355E61178}">
      <dgm:prSet/>
      <dgm:spPr/>
      <dgm:t>
        <a:bodyPr/>
        <a:lstStyle/>
        <a:p>
          <a:r>
            <a:rPr lang="en-US" b="0" i="0" baseline="0"/>
            <a:t>Biaya Produksi per Unit</a:t>
          </a:r>
          <a:br>
            <a:rPr lang="en-US" b="0" i="0" baseline="0"/>
          </a:br>
          <a:r>
            <a:rPr lang="en-US" b="0" i="0" baseline="0"/>
            <a:t>= total_biaya_produksi / jumlah_produksi</a:t>
          </a:r>
          <a:endParaRPr lang="en-US"/>
        </a:p>
      </dgm:t>
    </dgm:pt>
    <dgm:pt modelId="{D7864397-823C-4D2F-BD4A-6890998CC745}" type="parTrans" cxnId="{B54966A3-7A3C-4DC7-924C-7739767CBF18}">
      <dgm:prSet/>
      <dgm:spPr/>
      <dgm:t>
        <a:bodyPr/>
        <a:lstStyle/>
        <a:p>
          <a:endParaRPr lang="en-US"/>
        </a:p>
      </dgm:t>
    </dgm:pt>
    <dgm:pt modelId="{494AB86A-A339-48D6-8C17-1BBADFC58B9F}" type="sibTrans" cxnId="{B54966A3-7A3C-4DC7-924C-7739767CBF18}">
      <dgm:prSet/>
      <dgm:spPr/>
      <dgm:t>
        <a:bodyPr/>
        <a:lstStyle/>
        <a:p>
          <a:endParaRPr lang="en-US"/>
        </a:p>
      </dgm:t>
    </dgm:pt>
    <dgm:pt modelId="{E9219FBA-FB20-4BCF-95A1-6289F5C8F35E}">
      <dgm:prSet/>
      <dgm:spPr/>
      <dgm:t>
        <a:bodyPr/>
        <a:lstStyle/>
        <a:p>
          <a:r>
            <a:rPr lang="en-US" b="0" i="0" baseline="0"/>
            <a:t>Harga Jual per Unit</a:t>
          </a:r>
          <a:br>
            <a:rPr lang="en-US" b="0" i="0" baseline="0"/>
          </a:br>
          <a:r>
            <a:rPr lang="en-US" b="0" i="0" baseline="0"/>
            <a:t>= biaya_produksi_per_unit + (biaya_produksi_per_unit × markup / 100)</a:t>
          </a:r>
          <a:endParaRPr lang="en-US"/>
        </a:p>
      </dgm:t>
    </dgm:pt>
    <dgm:pt modelId="{DB3FCF26-840F-455D-94ED-7136C281C357}" type="parTrans" cxnId="{3CEBFABB-8D2F-472B-88FB-090EDC3E2077}">
      <dgm:prSet/>
      <dgm:spPr/>
      <dgm:t>
        <a:bodyPr/>
        <a:lstStyle/>
        <a:p>
          <a:endParaRPr lang="en-US"/>
        </a:p>
      </dgm:t>
    </dgm:pt>
    <dgm:pt modelId="{F707CF9E-F8EB-4AB7-91DA-EB4EE8171F89}" type="sibTrans" cxnId="{3CEBFABB-8D2F-472B-88FB-090EDC3E2077}">
      <dgm:prSet/>
      <dgm:spPr/>
      <dgm:t>
        <a:bodyPr/>
        <a:lstStyle/>
        <a:p>
          <a:endParaRPr lang="en-US"/>
        </a:p>
      </dgm:t>
    </dgm:pt>
    <dgm:pt modelId="{94DE2D35-38D6-4903-98DF-E0330C8814CA}">
      <dgm:prSet/>
      <dgm:spPr/>
      <dgm:t>
        <a:bodyPr/>
        <a:lstStyle/>
        <a:p>
          <a:r>
            <a:rPr lang="en-US" b="0" i="0" baseline="0"/>
            <a:t>Total Pendapatan</a:t>
          </a:r>
          <a:br>
            <a:rPr lang="en-US" b="0" i="0" baseline="0"/>
          </a:br>
          <a:r>
            <a:rPr lang="en-US" b="0" i="0" baseline="0"/>
            <a:t>= harga_jual_per_unit × jumlah_produksi</a:t>
          </a:r>
          <a:endParaRPr lang="en-US"/>
        </a:p>
      </dgm:t>
    </dgm:pt>
    <dgm:pt modelId="{DBB01193-AC06-42AD-BC4C-D30348A193A1}" type="parTrans" cxnId="{56B3EA8A-E778-4B79-A30C-BDC171345BD5}">
      <dgm:prSet/>
      <dgm:spPr/>
      <dgm:t>
        <a:bodyPr/>
        <a:lstStyle/>
        <a:p>
          <a:endParaRPr lang="en-US"/>
        </a:p>
      </dgm:t>
    </dgm:pt>
    <dgm:pt modelId="{E168D1AB-A822-4C22-A867-F28B04EAE0A8}" type="sibTrans" cxnId="{56B3EA8A-E778-4B79-A30C-BDC171345BD5}">
      <dgm:prSet/>
      <dgm:spPr/>
      <dgm:t>
        <a:bodyPr/>
        <a:lstStyle/>
        <a:p>
          <a:endParaRPr lang="en-US"/>
        </a:p>
      </dgm:t>
    </dgm:pt>
    <dgm:pt modelId="{0E161B16-04EE-4231-B211-93DB78C9579C}">
      <dgm:prSet/>
      <dgm:spPr/>
      <dgm:t>
        <a:bodyPr/>
        <a:lstStyle/>
        <a:p>
          <a:r>
            <a:rPr lang="en-US" b="0" i="0" baseline="0"/>
            <a:t>Laba Kotor</a:t>
          </a:r>
          <a:br>
            <a:rPr lang="en-US" b="0" i="0" baseline="0"/>
          </a:br>
          <a:r>
            <a:rPr lang="en-US" b="0" i="0" baseline="0"/>
            <a:t>= total_pendapatan – total_biaya_produksi</a:t>
          </a:r>
          <a:endParaRPr lang="en-US"/>
        </a:p>
      </dgm:t>
    </dgm:pt>
    <dgm:pt modelId="{B7FC33EA-6F7F-419E-8EB7-44E68E45A392}" type="parTrans" cxnId="{7070AA8C-CAF4-4AFA-AD97-5AC235D183DB}">
      <dgm:prSet/>
      <dgm:spPr/>
      <dgm:t>
        <a:bodyPr/>
        <a:lstStyle/>
        <a:p>
          <a:endParaRPr lang="en-US"/>
        </a:p>
      </dgm:t>
    </dgm:pt>
    <dgm:pt modelId="{15F92AFB-4925-431F-87BF-6809A6E7779D}" type="sibTrans" cxnId="{7070AA8C-CAF4-4AFA-AD97-5AC235D183DB}">
      <dgm:prSet/>
      <dgm:spPr/>
      <dgm:t>
        <a:bodyPr/>
        <a:lstStyle/>
        <a:p>
          <a:endParaRPr lang="en-US"/>
        </a:p>
      </dgm:t>
    </dgm:pt>
    <dgm:pt modelId="{CE94BE41-FA21-4157-AD51-01C3FD7C4148}" type="pres">
      <dgm:prSet presAssocID="{7A8C454A-3927-444C-99FA-FB489D61AAEF}" presName="vert0" presStyleCnt="0">
        <dgm:presLayoutVars>
          <dgm:dir/>
          <dgm:animOne val="branch"/>
          <dgm:animLvl val="lvl"/>
        </dgm:presLayoutVars>
      </dgm:prSet>
      <dgm:spPr/>
    </dgm:pt>
    <dgm:pt modelId="{5DC81987-4298-4FAE-89A1-CF5B00DE7892}" type="pres">
      <dgm:prSet presAssocID="{FEC3CB08-7337-4626-9982-3BF627D12705}" presName="thickLine" presStyleLbl="alignNode1" presStyleIdx="0" presStyleCnt="8"/>
      <dgm:spPr/>
    </dgm:pt>
    <dgm:pt modelId="{6C1E0ECC-AAAB-40E9-B7A5-C98833DAC422}" type="pres">
      <dgm:prSet presAssocID="{FEC3CB08-7337-4626-9982-3BF627D12705}" presName="horz1" presStyleCnt="0"/>
      <dgm:spPr/>
    </dgm:pt>
    <dgm:pt modelId="{8BE6B3A0-3E18-435D-A69D-92F50349E9E4}" type="pres">
      <dgm:prSet presAssocID="{FEC3CB08-7337-4626-9982-3BF627D12705}" presName="tx1" presStyleLbl="revTx" presStyleIdx="0" presStyleCnt="8"/>
      <dgm:spPr/>
    </dgm:pt>
    <dgm:pt modelId="{276FA7E9-06EB-4693-A8AD-04C222C86979}" type="pres">
      <dgm:prSet presAssocID="{FEC3CB08-7337-4626-9982-3BF627D12705}" presName="vert1" presStyleCnt="0"/>
      <dgm:spPr/>
    </dgm:pt>
    <dgm:pt modelId="{3ED6676E-2E53-4E40-A0A2-EBE43C560242}" type="pres">
      <dgm:prSet presAssocID="{384EA413-6C3F-4B3D-9E35-1DECC75D2209}" presName="thickLine" presStyleLbl="alignNode1" presStyleIdx="1" presStyleCnt="8"/>
      <dgm:spPr/>
    </dgm:pt>
    <dgm:pt modelId="{F89842A1-51B9-4680-9CDC-DEF0D8164173}" type="pres">
      <dgm:prSet presAssocID="{384EA413-6C3F-4B3D-9E35-1DECC75D2209}" presName="horz1" presStyleCnt="0"/>
      <dgm:spPr/>
    </dgm:pt>
    <dgm:pt modelId="{4B70D7BA-678F-45DF-A980-AECB1BB88A12}" type="pres">
      <dgm:prSet presAssocID="{384EA413-6C3F-4B3D-9E35-1DECC75D2209}" presName="tx1" presStyleLbl="revTx" presStyleIdx="1" presStyleCnt="8"/>
      <dgm:spPr/>
    </dgm:pt>
    <dgm:pt modelId="{76CE2B1F-B83F-43F5-B36B-C6AC53A95290}" type="pres">
      <dgm:prSet presAssocID="{384EA413-6C3F-4B3D-9E35-1DECC75D2209}" presName="vert1" presStyleCnt="0"/>
      <dgm:spPr/>
    </dgm:pt>
    <dgm:pt modelId="{DD3F2AC3-100A-4D36-AE08-956ED07455B1}" type="pres">
      <dgm:prSet presAssocID="{7D2B3513-24E3-4F84-BD3E-54490742CC7F}" presName="thickLine" presStyleLbl="alignNode1" presStyleIdx="2" presStyleCnt="8"/>
      <dgm:spPr/>
    </dgm:pt>
    <dgm:pt modelId="{7C3C92E1-C490-44EF-9804-830F8048FA73}" type="pres">
      <dgm:prSet presAssocID="{7D2B3513-24E3-4F84-BD3E-54490742CC7F}" presName="horz1" presStyleCnt="0"/>
      <dgm:spPr/>
    </dgm:pt>
    <dgm:pt modelId="{B89DDF8E-AB1A-41B3-AC31-80C1E2EE6A6E}" type="pres">
      <dgm:prSet presAssocID="{7D2B3513-24E3-4F84-BD3E-54490742CC7F}" presName="tx1" presStyleLbl="revTx" presStyleIdx="2" presStyleCnt="8"/>
      <dgm:spPr/>
    </dgm:pt>
    <dgm:pt modelId="{54F8E0A9-2217-4A69-9CBF-5394FC9EFAED}" type="pres">
      <dgm:prSet presAssocID="{7D2B3513-24E3-4F84-BD3E-54490742CC7F}" presName="vert1" presStyleCnt="0"/>
      <dgm:spPr/>
    </dgm:pt>
    <dgm:pt modelId="{2D460907-52A9-443A-9553-B6C159FD6928}" type="pres">
      <dgm:prSet presAssocID="{8AE7239A-0A6C-46A7-B2F8-5E339D79E8A1}" presName="thickLine" presStyleLbl="alignNode1" presStyleIdx="3" presStyleCnt="8"/>
      <dgm:spPr/>
    </dgm:pt>
    <dgm:pt modelId="{525AECAB-3E1E-4D8E-A597-0E42452D8358}" type="pres">
      <dgm:prSet presAssocID="{8AE7239A-0A6C-46A7-B2F8-5E339D79E8A1}" presName="horz1" presStyleCnt="0"/>
      <dgm:spPr/>
    </dgm:pt>
    <dgm:pt modelId="{826CA3BA-31B3-4924-B166-BB8AD8C84778}" type="pres">
      <dgm:prSet presAssocID="{8AE7239A-0A6C-46A7-B2F8-5E339D79E8A1}" presName="tx1" presStyleLbl="revTx" presStyleIdx="3" presStyleCnt="8"/>
      <dgm:spPr/>
    </dgm:pt>
    <dgm:pt modelId="{90E6E922-2C3A-4745-863A-4250EF0A9EB8}" type="pres">
      <dgm:prSet presAssocID="{8AE7239A-0A6C-46A7-B2F8-5E339D79E8A1}" presName="vert1" presStyleCnt="0"/>
      <dgm:spPr/>
    </dgm:pt>
    <dgm:pt modelId="{96AA6DF5-7649-4FE5-8BD9-B021C50495D5}" type="pres">
      <dgm:prSet presAssocID="{2BAE443C-BDFD-49BA-8BCD-DCA355E61178}" presName="thickLine" presStyleLbl="alignNode1" presStyleIdx="4" presStyleCnt="8"/>
      <dgm:spPr/>
    </dgm:pt>
    <dgm:pt modelId="{608707CB-7207-4633-8E13-2D941807B4D3}" type="pres">
      <dgm:prSet presAssocID="{2BAE443C-BDFD-49BA-8BCD-DCA355E61178}" presName="horz1" presStyleCnt="0"/>
      <dgm:spPr/>
    </dgm:pt>
    <dgm:pt modelId="{86361FE8-4F4E-4B3A-B0D0-A9277B386D50}" type="pres">
      <dgm:prSet presAssocID="{2BAE443C-BDFD-49BA-8BCD-DCA355E61178}" presName="tx1" presStyleLbl="revTx" presStyleIdx="4" presStyleCnt="8"/>
      <dgm:spPr/>
    </dgm:pt>
    <dgm:pt modelId="{4F56653E-D380-4180-8BAC-16FB7626077C}" type="pres">
      <dgm:prSet presAssocID="{2BAE443C-BDFD-49BA-8BCD-DCA355E61178}" presName="vert1" presStyleCnt="0"/>
      <dgm:spPr/>
    </dgm:pt>
    <dgm:pt modelId="{A4662C2D-45B6-4577-9E70-1510FF0A5EFC}" type="pres">
      <dgm:prSet presAssocID="{E9219FBA-FB20-4BCF-95A1-6289F5C8F35E}" presName="thickLine" presStyleLbl="alignNode1" presStyleIdx="5" presStyleCnt="8"/>
      <dgm:spPr/>
    </dgm:pt>
    <dgm:pt modelId="{F8CC7D46-3A5B-4C3A-80A2-C508B342D285}" type="pres">
      <dgm:prSet presAssocID="{E9219FBA-FB20-4BCF-95A1-6289F5C8F35E}" presName="horz1" presStyleCnt="0"/>
      <dgm:spPr/>
    </dgm:pt>
    <dgm:pt modelId="{D95CAFA1-3FE6-4C68-929C-FB5762CF8CF0}" type="pres">
      <dgm:prSet presAssocID="{E9219FBA-FB20-4BCF-95A1-6289F5C8F35E}" presName="tx1" presStyleLbl="revTx" presStyleIdx="5" presStyleCnt="8"/>
      <dgm:spPr/>
    </dgm:pt>
    <dgm:pt modelId="{D97F6DBB-F673-40A6-AAD7-21F25D9AFB8B}" type="pres">
      <dgm:prSet presAssocID="{E9219FBA-FB20-4BCF-95A1-6289F5C8F35E}" presName="vert1" presStyleCnt="0"/>
      <dgm:spPr/>
    </dgm:pt>
    <dgm:pt modelId="{7EAB0ECA-9B9A-4376-A023-A23C5557D31B}" type="pres">
      <dgm:prSet presAssocID="{94DE2D35-38D6-4903-98DF-E0330C8814CA}" presName="thickLine" presStyleLbl="alignNode1" presStyleIdx="6" presStyleCnt="8"/>
      <dgm:spPr/>
    </dgm:pt>
    <dgm:pt modelId="{9FDE42E2-5ADD-4324-80F9-0266F6A37D31}" type="pres">
      <dgm:prSet presAssocID="{94DE2D35-38D6-4903-98DF-E0330C8814CA}" presName="horz1" presStyleCnt="0"/>
      <dgm:spPr/>
    </dgm:pt>
    <dgm:pt modelId="{3C09F51A-2856-40CA-AADE-EA88F9513592}" type="pres">
      <dgm:prSet presAssocID="{94DE2D35-38D6-4903-98DF-E0330C8814CA}" presName="tx1" presStyleLbl="revTx" presStyleIdx="6" presStyleCnt="8"/>
      <dgm:spPr/>
    </dgm:pt>
    <dgm:pt modelId="{73BBC86D-304E-4CBC-8AD8-095620620788}" type="pres">
      <dgm:prSet presAssocID="{94DE2D35-38D6-4903-98DF-E0330C8814CA}" presName="vert1" presStyleCnt="0"/>
      <dgm:spPr/>
    </dgm:pt>
    <dgm:pt modelId="{CA4BCAE5-8BE0-490C-A02F-FE5D8DE585CF}" type="pres">
      <dgm:prSet presAssocID="{0E161B16-04EE-4231-B211-93DB78C9579C}" presName="thickLine" presStyleLbl="alignNode1" presStyleIdx="7" presStyleCnt="8"/>
      <dgm:spPr/>
    </dgm:pt>
    <dgm:pt modelId="{6B1DD982-E688-423A-9941-B36A757E9D21}" type="pres">
      <dgm:prSet presAssocID="{0E161B16-04EE-4231-B211-93DB78C9579C}" presName="horz1" presStyleCnt="0"/>
      <dgm:spPr/>
    </dgm:pt>
    <dgm:pt modelId="{3129DD73-CA9D-439A-86E8-DE2654C0913E}" type="pres">
      <dgm:prSet presAssocID="{0E161B16-04EE-4231-B211-93DB78C9579C}" presName="tx1" presStyleLbl="revTx" presStyleIdx="7" presStyleCnt="8"/>
      <dgm:spPr/>
    </dgm:pt>
    <dgm:pt modelId="{13CF54A1-3BAB-4FF5-A412-22BBABBFC470}" type="pres">
      <dgm:prSet presAssocID="{0E161B16-04EE-4231-B211-93DB78C9579C}" presName="vert1" presStyleCnt="0"/>
      <dgm:spPr/>
    </dgm:pt>
  </dgm:ptLst>
  <dgm:cxnLst>
    <dgm:cxn modelId="{32E9D203-56FB-429F-82A3-A4AAE11FEE2F}" type="presOf" srcId="{E9219FBA-FB20-4BCF-95A1-6289F5C8F35E}" destId="{D95CAFA1-3FE6-4C68-929C-FB5762CF8CF0}" srcOrd="0" destOrd="0" presId="urn:microsoft.com/office/officeart/2008/layout/LinedList"/>
    <dgm:cxn modelId="{370BA60E-08FB-4314-8F8B-ED9BABF23ECD}" srcId="{7A8C454A-3927-444C-99FA-FB489D61AAEF}" destId="{FEC3CB08-7337-4626-9982-3BF627D12705}" srcOrd="0" destOrd="0" parTransId="{CA7551EF-FDF4-4F8D-8459-2B8E97449D95}" sibTransId="{1AED176A-F8E7-414F-AFB5-67D38786A88B}"/>
    <dgm:cxn modelId="{97D0981A-0A9A-4146-AABA-79F02B1CEBA4}" type="presOf" srcId="{384EA413-6C3F-4B3D-9E35-1DECC75D2209}" destId="{4B70D7BA-678F-45DF-A980-AECB1BB88A12}" srcOrd="0" destOrd="0" presId="urn:microsoft.com/office/officeart/2008/layout/LinedList"/>
    <dgm:cxn modelId="{FD76FD29-68F8-46CE-9DFC-17F09E01B1C9}" srcId="{7A8C454A-3927-444C-99FA-FB489D61AAEF}" destId="{8AE7239A-0A6C-46A7-B2F8-5E339D79E8A1}" srcOrd="3" destOrd="0" parTransId="{2E1A2401-3A24-4D3C-998C-1BA8777D9F5B}" sibTransId="{DF415E65-F2E0-49AC-A07D-A2CFEF1C472F}"/>
    <dgm:cxn modelId="{74EE2668-8E18-46A3-97BA-7275F33F70C9}" type="presOf" srcId="{7D2B3513-24E3-4F84-BD3E-54490742CC7F}" destId="{B89DDF8E-AB1A-41B3-AC31-80C1E2EE6A6E}" srcOrd="0" destOrd="0" presId="urn:microsoft.com/office/officeart/2008/layout/LinedList"/>
    <dgm:cxn modelId="{1B2A4F7D-D3DB-43B0-AEA4-F90FFF1CE2E8}" type="presOf" srcId="{7A8C454A-3927-444C-99FA-FB489D61AAEF}" destId="{CE94BE41-FA21-4157-AD51-01C3FD7C4148}" srcOrd="0" destOrd="0" presId="urn:microsoft.com/office/officeart/2008/layout/LinedList"/>
    <dgm:cxn modelId="{2443A085-EC03-41AC-BABC-2F25D44E0CBA}" type="presOf" srcId="{94DE2D35-38D6-4903-98DF-E0330C8814CA}" destId="{3C09F51A-2856-40CA-AADE-EA88F9513592}" srcOrd="0" destOrd="0" presId="urn:microsoft.com/office/officeart/2008/layout/LinedList"/>
    <dgm:cxn modelId="{56B3EA8A-E778-4B79-A30C-BDC171345BD5}" srcId="{7A8C454A-3927-444C-99FA-FB489D61AAEF}" destId="{94DE2D35-38D6-4903-98DF-E0330C8814CA}" srcOrd="6" destOrd="0" parTransId="{DBB01193-AC06-42AD-BC4C-D30348A193A1}" sibTransId="{E168D1AB-A822-4C22-A867-F28B04EAE0A8}"/>
    <dgm:cxn modelId="{7070AA8C-CAF4-4AFA-AD97-5AC235D183DB}" srcId="{7A8C454A-3927-444C-99FA-FB489D61AAEF}" destId="{0E161B16-04EE-4231-B211-93DB78C9579C}" srcOrd="7" destOrd="0" parTransId="{B7FC33EA-6F7F-419E-8EB7-44E68E45A392}" sibTransId="{15F92AFB-4925-431F-87BF-6809A6E7779D}"/>
    <dgm:cxn modelId="{12D73A9C-D56B-4081-9E15-69FD8BF4B8B0}" type="presOf" srcId="{2BAE443C-BDFD-49BA-8BCD-DCA355E61178}" destId="{86361FE8-4F4E-4B3A-B0D0-A9277B386D50}" srcOrd="0" destOrd="0" presId="urn:microsoft.com/office/officeart/2008/layout/LinedList"/>
    <dgm:cxn modelId="{B54966A3-7A3C-4DC7-924C-7739767CBF18}" srcId="{7A8C454A-3927-444C-99FA-FB489D61AAEF}" destId="{2BAE443C-BDFD-49BA-8BCD-DCA355E61178}" srcOrd="4" destOrd="0" parTransId="{D7864397-823C-4D2F-BD4A-6890998CC745}" sibTransId="{494AB86A-A339-48D6-8C17-1BBADFC58B9F}"/>
    <dgm:cxn modelId="{3CEBFABB-8D2F-472B-88FB-090EDC3E2077}" srcId="{7A8C454A-3927-444C-99FA-FB489D61AAEF}" destId="{E9219FBA-FB20-4BCF-95A1-6289F5C8F35E}" srcOrd="5" destOrd="0" parTransId="{DB3FCF26-840F-455D-94ED-7136C281C357}" sibTransId="{F707CF9E-F8EB-4AB7-91DA-EB4EE8171F89}"/>
    <dgm:cxn modelId="{89289CBE-3C5E-4492-9634-A9F7846F8E14}" type="presOf" srcId="{FEC3CB08-7337-4626-9982-3BF627D12705}" destId="{8BE6B3A0-3E18-435D-A69D-92F50349E9E4}" srcOrd="0" destOrd="0" presId="urn:microsoft.com/office/officeart/2008/layout/LinedList"/>
    <dgm:cxn modelId="{63F44FCD-5AB5-47B1-B200-95C73B6B0408}" type="presOf" srcId="{0E161B16-04EE-4231-B211-93DB78C9579C}" destId="{3129DD73-CA9D-439A-86E8-DE2654C0913E}" srcOrd="0" destOrd="0" presId="urn:microsoft.com/office/officeart/2008/layout/LinedList"/>
    <dgm:cxn modelId="{5F13B6D0-D9DC-4E31-B063-27E686218C22}" srcId="{7A8C454A-3927-444C-99FA-FB489D61AAEF}" destId="{7D2B3513-24E3-4F84-BD3E-54490742CC7F}" srcOrd="2" destOrd="0" parTransId="{528E2FE5-0D6A-4ABB-987B-9AF8098CD5FD}" sibTransId="{7445BB5E-3F79-449C-B4F9-AC18B8B584A2}"/>
    <dgm:cxn modelId="{2F95FDDD-4C04-4F43-85CF-B630474BEBA6}" type="presOf" srcId="{8AE7239A-0A6C-46A7-B2F8-5E339D79E8A1}" destId="{826CA3BA-31B3-4924-B166-BB8AD8C84778}" srcOrd="0" destOrd="0" presId="urn:microsoft.com/office/officeart/2008/layout/LinedList"/>
    <dgm:cxn modelId="{AD7AE2EE-25B3-4757-833F-0D12F9528AF2}" srcId="{7A8C454A-3927-444C-99FA-FB489D61AAEF}" destId="{384EA413-6C3F-4B3D-9E35-1DECC75D2209}" srcOrd="1" destOrd="0" parTransId="{8B718FCC-4132-4D9D-81F6-8DF6BE08218B}" sibTransId="{22D488F0-C28C-4BF7-82A4-E3DF4679C3E4}"/>
    <dgm:cxn modelId="{317A6912-66F6-4D47-8B7D-ED16C5817932}" type="presParOf" srcId="{CE94BE41-FA21-4157-AD51-01C3FD7C4148}" destId="{5DC81987-4298-4FAE-89A1-CF5B00DE7892}" srcOrd="0" destOrd="0" presId="urn:microsoft.com/office/officeart/2008/layout/LinedList"/>
    <dgm:cxn modelId="{B4308151-27E4-4640-A520-D471CF517BBF}" type="presParOf" srcId="{CE94BE41-FA21-4157-AD51-01C3FD7C4148}" destId="{6C1E0ECC-AAAB-40E9-B7A5-C98833DAC422}" srcOrd="1" destOrd="0" presId="urn:microsoft.com/office/officeart/2008/layout/LinedList"/>
    <dgm:cxn modelId="{B712B3B9-B8A9-41AF-9F47-86D4B00CED04}" type="presParOf" srcId="{6C1E0ECC-AAAB-40E9-B7A5-C98833DAC422}" destId="{8BE6B3A0-3E18-435D-A69D-92F50349E9E4}" srcOrd="0" destOrd="0" presId="urn:microsoft.com/office/officeart/2008/layout/LinedList"/>
    <dgm:cxn modelId="{3D2E4476-6F62-4058-89FF-D21463C1329B}" type="presParOf" srcId="{6C1E0ECC-AAAB-40E9-B7A5-C98833DAC422}" destId="{276FA7E9-06EB-4693-A8AD-04C222C86979}" srcOrd="1" destOrd="0" presId="urn:microsoft.com/office/officeart/2008/layout/LinedList"/>
    <dgm:cxn modelId="{392238F3-68C3-42E5-8753-8E88A5449F12}" type="presParOf" srcId="{CE94BE41-FA21-4157-AD51-01C3FD7C4148}" destId="{3ED6676E-2E53-4E40-A0A2-EBE43C560242}" srcOrd="2" destOrd="0" presId="urn:microsoft.com/office/officeart/2008/layout/LinedList"/>
    <dgm:cxn modelId="{9AC25FC8-F151-494A-B94D-D8F4BB32B0B4}" type="presParOf" srcId="{CE94BE41-FA21-4157-AD51-01C3FD7C4148}" destId="{F89842A1-51B9-4680-9CDC-DEF0D8164173}" srcOrd="3" destOrd="0" presId="urn:microsoft.com/office/officeart/2008/layout/LinedList"/>
    <dgm:cxn modelId="{A2012AA4-B8E0-4450-94A9-897C01AE41B0}" type="presParOf" srcId="{F89842A1-51B9-4680-9CDC-DEF0D8164173}" destId="{4B70D7BA-678F-45DF-A980-AECB1BB88A12}" srcOrd="0" destOrd="0" presId="urn:microsoft.com/office/officeart/2008/layout/LinedList"/>
    <dgm:cxn modelId="{3E44EA65-8531-4351-ADF8-EFACC0A8D7C1}" type="presParOf" srcId="{F89842A1-51B9-4680-9CDC-DEF0D8164173}" destId="{76CE2B1F-B83F-43F5-B36B-C6AC53A95290}" srcOrd="1" destOrd="0" presId="urn:microsoft.com/office/officeart/2008/layout/LinedList"/>
    <dgm:cxn modelId="{7C3F3273-6093-4C28-A029-87944D43CE57}" type="presParOf" srcId="{CE94BE41-FA21-4157-AD51-01C3FD7C4148}" destId="{DD3F2AC3-100A-4D36-AE08-956ED07455B1}" srcOrd="4" destOrd="0" presId="urn:microsoft.com/office/officeart/2008/layout/LinedList"/>
    <dgm:cxn modelId="{858473DD-5F61-45CC-A800-6BA35216F004}" type="presParOf" srcId="{CE94BE41-FA21-4157-AD51-01C3FD7C4148}" destId="{7C3C92E1-C490-44EF-9804-830F8048FA73}" srcOrd="5" destOrd="0" presId="urn:microsoft.com/office/officeart/2008/layout/LinedList"/>
    <dgm:cxn modelId="{FDC3D7B8-ED1E-4C46-8B9F-FA07F4948384}" type="presParOf" srcId="{7C3C92E1-C490-44EF-9804-830F8048FA73}" destId="{B89DDF8E-AB1A-41B3-AC31-80C1E2EE6A6E}" srcOrd="0" destOrd="0" presId="urn:microsoft.com/office/officeart/2008/layout/LinedList"/>
    <dgm:cxn modelId="{915B87D6-5744-43A2-9570-B512B500A11D}" type="presParOf" srcId="{7C3C92E1-C490-44EF-9804-830F8048FA73}" destId="{54F8E0A9-2217-4A69-9CBF-5394FC9EFAED}" srcOrd="1" destOrd="0" presId="urn:microsoft.com/office/officeart/2008/layout/LinedList"/>
    <dgm:cxn modelId="{AAAFD623-D08C-45B2-B33D-AE78DAB07101}" type="presParOf" srcId="{CE94BE41-FA21-4157-AD51-01C3FD7C4148}" destId="{2D460907-52A9-443A-9553-B6C159FD6928}" srcOrd="6" destOrd="0" presId="urn:microsoft.com/office/officeart/2008/layout/LinedList"/>
    <dgm:cxn modelId="{BD985A91-85E9-4DCE-B0AB-BD32CAD8D0A1}" type="presParOf" srcId="{CE94BE41-FA21-4157-AD51-01C3FD7C4148}" destId="{525AECAB-3E1E-4D8E-A597-0E42452D8358}" srcOrd="7" destOrd="0" presId="urn:microsoft.com/office/officeart/2008/layout/LinedList"/>
    <dgm:cxn modelId="{87D3B9A7-1AD8-49B5-AEBE-C4488977BBD1}" type="presParOf" srcId="{525AECAB-3E1E-4D8E-A597-0E42452D8358}" destId="{826CA3BA-31B3-4924-B166-BB8AD8C84778}" srcOrd="0" destOrd="0" presId="urn:microsoft.com/office/officeart/2008/layout/LinedList"/>
    <dgm:cxn modelId="{8CD4A19C-B41D-4F29-86AD-15F1216769F0}" type="presParOf" srcId="{525AECAB-3E1E-4D8E-A597-0E42452D8358}" destId="{90E6E922-2C3A-4745-863A-4250EF0A9EB8}" srcOrd="1" destOrd="0" presId="urn:microsoft.com/office/officeart/2008/layout/LinedList"/>
    <dgm:cxn modelId="{D0050900-06CE-4DE4-9C07-8E1C419454C6}" type="presParOf" srcId="{CE94BE41-FA21-4157-AD51-01C3FD7C4148}" destId="{96AA6DF5-7649-4FE5-8BD9-B021C50495D5}" srcOrd="8" destOrd="0" presId="urn:microsoft.com/office/officeart/2008/layout/LinedList"/>
    <dgm:cxn modelId="{FCB8B804-32E1-4E83-BF1A-8B7B18CCD1B1}" type="presParOf" srcId="{CE94BE41-FA21-4157-AD51-01C3FD7C4148}" destId="{608707CB-7207-4633-8E13-2D941807B4D3}" srcOrd="9" destOrd="0" presId="urn:microsoft.com/office/officeart/2008/layout/LinedList"/>
    <dgm:cxn modelId="{61B1F573-4C4C-4F67-8081-2A6E3DBE7D13}" type="presParOf" srcId="{608707CB-7207-4633-8E13-2D941807B4D3}" destId="{86361FE8-4F4E-4B3A-B0D0-A9277B386D50}" srcOrd="0" destOrd="0" presId="urn:microsoft.com/office/officeart/2008/layout/LinedList"/>
    <dgm:cxn modelId="{F0E0D6B2-E767-42D6-9F22-6A83AA8D390D}" type="presParOf" srcId="{608707CB-7207-4633-8E13-2D941807B4D3}" destId="{4F56653E-D380-4180-8BAC-16FB7626077C}" srcOrd="1" destOrd="0" presId="urn:microsoft.com/office/officeart/2008/layout/LinedList"/>
    <dgm:cxn modelId="{EE11D40A-947D-4BEC-8D12-BEB72E26D7DB}" type="presParOf" srcId="{CE94BE41-FA21-4157-AD51-01C3FD7C4148}" destId="{A4662C2D-45B6-4577-9E70-1510FF0A5EFC}" srcOrd="10" destOrd="0" presId="urn:microsoft.com/office/officeart/2008/layout/LinedList"/>
    <dgm:cxn modelId="{00B614A5-FD43-4570-B1D0-9DD352BFDF26}" type="presParOf" srcId="{CE94BE41-FA21-4157-AD51-01C3FD7C4148}" destId="{F8CC7D46-3A5B-4C3A-80A2-C508B342D285}" srcOrd="11" destOrd="0" presId="urn:microsoft.com/office/officeart/2008/layout/LinedList"/>
    <dgm:cxn modelId="{46477ED3-E659-4652-BA16-D3A442769D7D}" type="presParOf" srcId="{F8CC7D46-3A5B-4C3A-80A2-C508B342D285}" destId="{D95CAFA1-3FE6-4C68-929C-FB5762CF8CF0}" srcOrd="0" destOrd="0" presId="urn:microsoft.com/office/officeart/2008/layout/LinedList"/>
    <dgm:cxn modelId="{024FDE82-D1C8-4591-A7BE-BB32BF24FC5E}" type="presParOf" srcId="{F8CC7D46-3A5B-4C3A-80A2-C508B342D285}" destId="{D97F6DBB-F673-40A6-AAD7-21F25D9AFB8B}" srcOrd="1" destOrd="0" presId="urn:microsoft.com/office/officeart/2008/layout/LinedList"/>
    <dgm:cxn modelId="{3CE19C55-0BBE-4832-845E-37049A15D382}" type="presParOf" srcId="{CE94BE41-FA21-4157-AD51-01C3FD7C4148}" destId="{7EAB0ECA-9B9A-4376-A023-A23C5557D31B}" srcOrd="12" destOrd="0" presId="urn:microsoft.com/office/officeart/2008/layout/LinedList"/>
    <dgm:cxn modelId="{35666A11-C1EB-4789-846A-9C516DC0559B}" type="presParOf" srcId="{CE94BE41-FA21-4157-AD51-01C3FD7C4148}" destId="{9FDE42E2-5ADD-4324-80F9-0266F6A37D31}" srcOrd="13" destOrd="0" presId="urn:microsoft.com/office/officeart/2008/layout/LinedList"/>
    <dgm:cxn modelId="{5AB6BB2C-88CF-4D84-8964-6DE1192B9694}" type="presParOf" srcId="{9FDE42E2-5ADD-4324-80F9-0266F6A37D31}" destId="{3C09F51A-2856-40CA-AADE-EA88F9513592}" srcOrd="0" destOrd="0" presId="urn:microsoft.com/office/officeart/2008/layout/LinedList"/>
    <dgm:cxn modelId="{671B1829-0D66-4266-9A9F-E4C3E0A1246C}" type="presParOf" srcId="{9FDE42E2-5ADD-4324-80F9-0266F6A37D31}" destId="{73BBC86D-304E-4CBC-8AD8-095620620788}" srcOrd="1" destOrd="0" presId="urn:microsoft.com/office/officeart/2008/layout/LinedList"/>
    <dgm:cxn modelId="{421FC781-4529-494D-81A2-09801F338DBC}" type="presParOf" srcId="{CE94BE41-FA21-4157-AD51-01C3FD7C4148}" destId="{CA4BCAE5-8BE0-490C-A02F-FE5D8DE585CF}" srcOrd="14" destOrd="0" presId="urn:microsoft.com/office/officeart/2008/layout/LinedList"/>
    <dgm:cxn modelId="{BA3A6373-D922-4CA4-91AC-60FEEAE8ECC9}" type="presParOf" srcId="{CE94BE41-FA21-4157-AD51-01C3FD7C4148}" destId="{6B1DD982-E688-423A-9941-B36A757E9D21}" srcOrd="15" destOrd="0" presId="urn:microsoft.com/office/officeart/2008/layout/LinedList"/>
    <dgm:cxn modelId="{6C658E76-D7BE-41A5-A558-FFF6B83C0720}" type="presParOf" srcId="{6B1DD982-E688-423A-9941-B36A757E9D21}" destId="{3129DD73-CA9D-439A-86E8-DE2654C0913E}" srcOrd="0" destOrd="0" presId="urn:microsoft.com/office/officeart/2008/layout/LinedList"/>
    <dgm:cxn modelId="{F5978912-0598-45D0-B0DB-7B4AA6BA3E65}" type="presParOf" srcId="{6B1DD982-E688-423A-9941-B36A757E9D21}" destId="{13CF54A1-3BAB-4FF5-A412-22BBABBFC4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1CA4FA2-864F-4333-9206-B585909A08E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0AB290A-9BBC-4599-A0C6-AE7631FE52AF}">
      <dgm:prSet/>
      <dgm:spPr/>
      <dgm:t>
        <a:bodyPr/>
        <a:lstStyle/>
        <a:p>
          <a:r>
            <a:rPr lang="en-US" b="0" i="0" baseline="0"/>
            <a:t>Mulai</a:t>
          </a:r>
          <a:endParaRPr lang="en-US"/>
        </a:p>
      </dgm:t>
    </dgm:pt>
    <dgm:pt modelId="{082AB968-D1C8-46C4-9AA0-CF20AB154867}" type="parTrans" cxnId="{8AF10B0F-4563-4050-A765-7D725151F1AA}">
      <dgm:prSet/>
      <dgm:spPr/>
      <dgm:t>
        <a:bodyPr/>
        <a:lstStyle/>
        <a:p>
          <a:endParaRPr lang="en-US"/>
        </a:p>
      </dgm:t>
    </dgm:pt>
    <dgm:pt modelId="{3AFC0A48-CB05-4B1B-A8BA-236A4A23C5AB}" type="sibTrans" cxnId="{8AF10B0F-4563-4050-A765-7D725151F1AA}">
      <dgm:prSet/>
      <dgm:spPr/>
      <dgm:t>
        <a:bodyPr/>
        <a:lstStyle/>
        <a:p>
          <a:endParaRPr lang="en-US"/>
        </a:p>
      </dgm:t>
    </dgm:pt>
    <dgm:pt modelId="{DB0174CC-1850-461B-A369-F22509A78BFD}">
      <dgm:prSet/>
      <dgm:spPr/>
      <dgm:t>
        <a:bodyPr/>
        <a:lstStyle/>
        <a:p>
          <a:r>
            <a:rPr lang="en-US" b="0" i="0" baseline="0"/>
            <a:t>Input jumlah_produksi</a:t>
          </a:r>
          <a:endParaRPr lang="en-US"/>
        </a:p>
      </dgm:t>
    </dgm:pt>
    <dgm:pt modelId="{62AA4E28-2586-4A78-BD0F-7C41DFEE3EC1}" type="parTrans" cxnId="{4A2F0CF0-0E57-43C1-977D-A753F2BB85EB}">
      <dgm:prSet/>
      <dgm:spPr/>
      <dgm:t>
        <a:bodyPr/>
        <a:lstStyle/>
        <a:p>
          <a:endParaRPr lang="en-US"/>
        </a:p>
      </dgm:t>
    </dgm:pt>
    <dgm:pt modelId="{5511C2BD-F234-4081-A220-FCB965AE54FE}" type="sibTrans" cxnId="{4A2F0CF0-0E57-43C1-977D-A753F2BB85EB}">
      <dgm:prSet/>
      <dgm:spPr/>
      <dgm:t>
        <a:bodyPr/>
        <a:lstStyle/>
        <a:p>
          <a:endParaRPr lang="en-US"/>
        </a:p>
      </dgm:t>
    </dgm:pt>
    <dgm:pt modelId="{1BE71032-416A-4936-ACB9-973A7393E92D}">
      <dgm:prSet/>
      <dgm:spPr/>
      <dgm:t>
        <a:bodyPr/>
        <a:lstStyle/>
        <a:p>
          <a:r>
            <a:rPr lang="en-US" b="0" i="0" baseline="0"/>
            <a:t>Input biaya_bahan_baku_per_unit</a:t>
          </a:r>
          <a:endParaRPr lang="en-US"/>
        </a:p>
      </dgm:t>
    </dgm:pt>
    <dgm:pt modelId="{01F186F0-55C3-48E2-B972-8A36D9C23A3C}" type="parTrans" cxnId="{DB110FCD-A06F-497A-9DFB-F2C7B0A8312D}">
      <dgm:prSet/>
      <dgm:spPr/>
      <dgm:t>
        <a:bodyPr/>
        <a:lstStyle/>
        <a:p>
          <a:endParaRPr lang="en-US"/>
        </a:p>
      </dgm:t>
    </dgm:pt>
    <dgm:pt modelId="{22442B73-221A-4F28-BF43-DA7803A7CA92}" type="sibTrans" cxnId="{DB110FCD-A06F-497A-9DFB-F2C7B0A8312D}">
      <dgm:prSet/>
      <dgm:spPr/>
      <dgm:t>
        <a:bodyPr/>
        <a:lstStyle/>
        <a:p>
          <a:endParaRPr lang="en-US"/>
        </a:p>
      </dgm:t>
    </dgm:pt>
    <dgm:pt modelId="{BF963BCF-8008-43EB-9889-9EA28E0BF813}">
      <dgm:prSet/>
      <dgm:spPr/>
      <dgm:t>
        <a:bodyPr/>
        <a:lstStyle/>
        <a:p>
          <a:r>
            <a:rPr lang="en-US" b="0" i="0" baseline="0"/>
            <a:t>Input biaya_tenaga_kerja_per_unit</a:t>
          </a:r>
          <a:endParaRPr lang="en-US"/>
        </a:p>
      </dgm:t>
    </dgm:pt>
    <dgm:pt modelId="{27C90BA9-31F1-43C6-9D09-082EBB77D756}" type="parTrans" cxnId="{FDAAEF1F-FCAA-44F3-8EA6-036211F5D398}">
      <dgm:prSet/>
      <dgm:spPr/>
      <dgm:t>
        <a:bodyPr/>
        <a:lstStyle/>
        <a:p>
          <a:endParaRPr lang="en-US"/>
        </a:p>
      </dgm:t>
    </dgm:pt>
    <dgm:pt modelId="{8EFB2FED-0302-4E07-8709-C7F217CDE929}" type="sibTrans" cxnId="{FDAAEF1F-FCAA-44F3-8EA6-036211F5D398}">
      <dgm:prSet/>
      <dgm:spPr/>
      <dgm:t>
        <a:bodyPr/>
        <a:lstStyle/>
        <a:p>
          <a:endParaRPr lang="en-US"/>
        </a:p>
      </dgm:t>
    </dgm:pt>
    <dgm:pt modelId="{7416E84E-0801-4B51-BB74-12913F9E8EB4}">
      <dgm:prSet/>
      <dgm:spPr/>
      <dgm:t>
        <a:bodyPr/>
        <a:lstStyle/>
        <a:p>
          <a:r>
            <a:rPr lang="en-US" b="0" i="0" baseline="0"/>
            <a:t>Input biaya_overhead_per_unit</a:t>
          </a:r>
          <a:endParaRPr lang="en-US"/>
        </a:p>
      </dgm:t>
    </dgm:pt>
    <dgm:pt modelId="{18DA8EA6-8656-4E99-8596-09257A95F17C}" type="parTrans" cxnId="{E6DA9EC9-A36F-4DD4-B8F6-09A96AEC56BA}">
      <dgm:prSet/>
      <dgm:spPr/>
      <dgm:t>
        <a:bodyPr/>
        <a:lstStyle/>
        <a:p>
          <a:endParaRPr lang="en-US"/>
        </a:p>
      </dgm:t>
    </dgm:pt>
    <dgm:pt modelId="{5CB08EA0-C3D3-4193-B2C2-416521D87E59}" type="sibTrans" cxnId="{E6DA9EC9-A36F-4DD4-B8F6-09A96AEC56BA}">
      <dgm:prSet/>
      <dgm:spPr/>
      <dgm:t>
        <a:bodyPr/>
        <a:lstStyle/>
        <a:p>
          <a:endParaRPr lang="en-US"/>
        </a:p>
      </dgm:t>
    </dgm:pt>
    <dgm:pt modelId="{851FF543-2B85-48F4-A336-2E66A3E018FB}">
      <dgm:prSet/>
      <dgm:spPr/>
      <dgm:t>
        <a:bodyPr/>
        <a:lstStyle/>
        <a:p>
          <a:r>
            <a:rPr lang="en-US" b="0" i="0" baseline="0"/>
            <a:t>Input persentase_markup</a:t>
          </a:r>
          <a:endParaRPr lang="en-US"/>
        </a:p>
      </dgm:t>
    </dgm:pt>
    <dgm:pt modelId="{F85820D1-B5A1-4ED6-8E3A-95562101AF71}" type="parTrans" cxnId="{C573D23A-6046-4883-A996-88BC274A1C4A}">
      <dgm:prSet/>
      <dgm:spPr/>
      <dgm:t>
        <a:bodyPr/>
        <a:lstStyle/>
        <a:p>
          <a:endParaRPr lang="en-US"/>
        </a:p>
      </dgm:t>
    </dgm:pt>
    <dgm:pt modelId="{456FD898-EC2A-4696-B005-D636DC3EBC63}" type="sibTrans" cxnId="{C573D23A-6046-4883-A996-88BC274A1C4A}">
      <dgm:prSet/>
      <dgm:spPr/>
      <dgm:t>
        <a:bodyPr/>
        <a:lstStyle/>
        <a:p>
          <a:endParaRPr lang="en-US"/>
        </a:p>
      </dgm:t>
    </dgm:pt>
    <dgm:pt modelId="{80415067-8C3B-4178-B66E-D87E4A199B79}">
      <dgm:prSet/>
      <dgm:spPr/>
      <dgm:t>
        <a:bodyPr/>
        <a:lstStyle/>
        <a:p>
          <a:r>
            <a:rPr lang="en-US" b="0" i="0" baseline="0"/>
            <a:t>Hitung total_bahan_baku</a:t>
          </a:r>
          <a:endParaRPr lang="en-US"/>
        </a:p>
      </dgm:t>
    </dgm:pt>
    <dgm:pt modelId="{731F88B5-D269-4B1B-B9EF-746300232226}" type="parTrans" cxnId="{E84F25DF-F737-42BA-A458-CF21F8A76E8E}">
      <dgm:prSet/>
      <dgm:spPr/>
      <dgm:t>
        <a:bodyPr/>
        <a:lstStyle/>
        <a:p>
          <a:endParaRPr lang="en-US"/>
        </a:p>
      </dgm:t>
    </dgm:pt>
    <dgm:pt modelId="{28694ED8-A407-4788-BB09-D5E7DA58046C}" type="sibTrans" cxnId="{E84F25DF-F737-42BA-A458-CF21F8A76E8E}">
      <dgm:prSet/>
      <dgm:spPr/>
      <dgm:t>
        <a:bodyPr/>
        <a:lstStyle/>
        <a:p>
          <a:endParaRPr lang="en-US"/>
        </a:p>
      </dgm:t>
    </dgm:pt>
    <dgm:pt modelId="{8F333C45-75EA-466C-8E0B-FEBE7A562FF0}">
      <dgm:prSet/>
      <dgm:spPr/>
      <dgm:t>
        <a:bodyPr/>
        <a:lstStyle/>
        <a:p>
          <a:r>
            <a:rPr lang="en-US" b="0" i="0" baseline="0"/>
            <a:t>Hitung total_tenaga_kerja</a:t>
          </a:r>
          <a:endParaRPr lang="en-US"/>
        </a:p>
      </dgm:t>
    </dgm:pt>
    <dgm:pt modelId="{998DB683-A7F0-494A-ABBB-7CCCF565BD17}" type="parTrans" cxnId="{39D59A5A-9B75-448C-928E-DDE71F5AD130}">
      <dgm:prSet/>
      <dgm:spPr/>
      <dgm:t>
        <a:bodyPr/>
        <a:lstStyle/>
        <a:p>
          <a:endParaRPr lang="en-US"/>
        </a:p>
      </dgm:t>
    </dgm:pt>
    <dgm:pt modelId="{74CA5DFF-79B0-49F3-8346-C50973D997F2}" type="sibTrans" cxnId="{39D59A5A-9B75-448C-928E-DDE71F5AD130}">
      <dgm:prSet/>
      <dgm:spPr/>
      <dgm:t>
        <a:bodyPr/>
        <a:lstStyle/>
        <a:p>
          <a:endParaRPr lang="en-US"/>
        </a:p>
      </dgm:t>
    </dgm:pt>
    <dgm:pt modelId="{5BDAE2D5-EC91-4FC8-8A2B-393B341D677F}">
      <dgm:prSet/>
      <dgm:spPr/>
      <dgm:t>
        <a:bodyPr/>
        <a:lstStyle/>
        <a:p>
          <a:r>
            <a:rPr lang="en-US" b="0" i="0" baseline="0"/>
            <a:t>Hitung total_overhead</a:t>
          </a:r>
          <a:endParaRPr lang="en-US"/>
        </a:p>
      </dgm:t>
    </dgm:pt>
    <dgm:pt modelId="{2A6872E1-0959-46D2-839F-D371B4A952E1}" type="parTrans" cxnId="{94328736-F2DA-4BDF-A3C6-741FC592A3FC}">
      <dgm:prSet/>
      <dgm:spPr/>
      <dgm:t>
        <a:bodyPr/>
        <a:lstStyle/>
        <a:p>
          <a:endParaRPr lang="en-US"/>
        </a:p>
      </dgm:t>
    </dgm:pt>
    <dgm:pt modelId="{B2AC491A-FA47-4AB1-B509-379763EA3620}" type="sibTrans" cxnId="{94328736-F2DA-4BDF-A3C6-741FC592A3FC}">
      <dgm:prSet/>
      <dgm:spPr/>
      <dgm:t>
        <a:bodyPr/>
        <a:lstStyle/>
        <a:p>
          <a:endParaRPr lang="en-US"/>
        </a:p>
      </dgm:t>
    </dgm:pt>
    <dgm:pt modelId="{8F955D1A-B9FF-418E-9B4B-E7951621B1E9}">
      <dgm:prSet/>
      <dgm:spPr/>
      <dgm:t>
        <a:bodyPr/>
        <a:lstStyle/>
        <a:p>
          <a:r>
            <a:rPr lang="en-US" b="0" i="0" baseline="0"/>
            <a:t>Hitung total_biaya_produksi</a:t>
          </a:r>
          <a:endParaRPr lang="en-US"/>
        </a:p>
      </dgm:t>
    </dgm:pt>
    <dgm:pt modelId="{EB0922A3-169C-480B-97C0-71AFC523BCE8}" type="parTrans" cxnId="{3A8DEC4C-C608-4725-9B5D-CF7D3130B00F}">
      <dgm:prSet/>
      <dgm:spPr/>
      <dgm:t>
        <a:bodyPr/>
        <a:lstStyle/>
        <a:p>
          <a:endParaRPr lang="en-US"/>
        </a:p>
      </dgm:t>
    </dgm:pt>
    <dgm:pt modelId="{A26760DB-B570-4C81-A8C8-74EF2E06F053}" type="sibTrans" cxnId="{3A8DEC4C-C608-4725-9B5D-CF7D3130B00F}">
      <dgm:prSet/>
      <dgm:spPr/>
      <dgm:t>
        <a:bodyPr/>
        <a:lstStyle/>
        <a:p>
          <a:endParaRPr lang="en-US"/>
        </a:p>
      </dgm:t>
    </dgm:pt>
    <dgm:pt modelId="{879D770D-98EA-42EA-8FCE-1CC202A0A5BE}">
      <dgm:prSet/>
      <dgm:spPr/>
      <dgm:t>
        <a:bodyPr/>
        <a:lstStyle/>
        <a:p>
          <a:r>
            <a:rPr lang="en-US" b="0" i="0" baseline="0"/>
            <a:t>Hitung biaya_produksi_per_unit</a:t>
          </a:r>
          <a:endParaRPr lang="en-US"/>
        </a:p>
      </dgm:t>
    </dgm:pt>
    <dgm:pt modelId="{D746452A-AFBE-4BCA-BF84-6632E04FBC0D}" type="parTrans" cxnId="{267D5346-57E9-4DBF-B863-D48DB653CE4E}">
      <dgm:prSet/>
      <dgm:spPr/>
      <dgm:t>
        <a:bodyPr/>
        <a:lstStyle/>
        <a:p>
          <a:endParaRPr lang="en-US"/>
        </a:p>
      </dgm:t>
    </dgm:pt>
    <dgm:pt modelId="{D12E47D7-68B8-4F47-8257-DDC8A1C08E4C}" type="sibTrans" cxnId="{267D5346-57E9-4DBF-B863-D48DB653CE4E}">
      <dgm:prSet/>
      <dgm:spPr/>
      <dgm:t>
        <a:bodyPr/>
        <a:lstStyle/>
        <a:p>
          <a:endParaRPr lang="en-US"/>
        </a:p>
      </dgm:t>
    </dgm:pt>
    <dgm:pt modelId="{7D27EE15-9FF1-44AF-9D74-499684DAF9EC}">
      <dgm:prSet/>
      <dgm:spPr/>
      <dgm:t>
        <a:bodyPr/>
        <a:lstStyle/>
        <a:p>
          <a:r>
            <a:rPr lang="en-US" b="0" i="0" baseline="0"/>
            <a:t>Hitung harga_jual_per_unit</a:t>
          </a:r>
          <a:endParaRPr lang="en-US"/>
        </a:p>
      </dgm:t>
    </dgm:pt>
    <dgm:pt modelId="{52C4149B-A7C3-4681-96EF-F43D38299C1D}" type="parTrans" cxnId="{B079BF5E-5AB1-4FA2-A532-CA035AC52C28}">
      <dgm:prSet/>
      <dgm:spPr/>
      <dgm:t>
        <a:bodyPr/>
        <a:lstStyle/>
        <a:p>
          <a:endParaRPr lang="en-US"/>
        </a:p>
      </dgm:t>
    </dgm:pt>
    <dgm:pt modelId="{D7E2D777-CF01-4CFF-A838-7C73E736A3C1}" type="sibTrans" cxnId="{B079BF5E-5AB1-4FA2-A532-CA035AC52C28}">
      <dgm:prSet/>
      <dgm:spPr/>
      <dgm:t>
        <a:bodyPr/>
        <a:lstStyle/>
        <a:p>
          <a:endParaRPr lang="en-US"/>
        </a:p>
      </dgm:t>
    </dgm:pt>
    <dgm:pt modelId="{A6017881-DFBE-4835-AAD0-2161BC33364B}">
      <dgm:prSet/>
      <dgm:spPr/>
      <dgm:t>
        <a:bodyPr/>
        <a:lstStyle/>
        <a:p>
          <a:r>
            <a:rPr lang="en-US" b="0" i="0" baseline="0"/>
            <a:t>Hitung total_pendapatan</a:t>
          </a:r>
          <a:endParaRPr lang="en-US"/>
        </a:p>
      </dgm:t>
    </dgm:pt>
    <dgm:pt modelId="{69D0D171-DA38-4721-AC42-E21C66A0E06C}" type="parTrans" cxnId="{16D6D6DB-3DC2-462F-8582-7E2AB6DF23C4}">
      <dgm:prSet/>
      <dgm:spPr/>
      <dgm:t>
        <a:bodyPr/>
        <a:lstStyle/>
        <a:p>
          <a:endParaRPr lang="en-US"/>
        </a:p>
      </dgm:t>
    </dgm:pt>
    <dgm:pt modelId="{9C573A6D-D6B3-4A73-B2F6-3C21FE24E09F}" type="sibTrans" cxnId="{16D6D6DB-3DC2-462F-8582-7E2AB6DF23C4}">
      <dgm:prSet/>
      <dgm:spPr/>
      <dgm:t>
        <a:bodyPr/>
        <a:lstStyle/>
        <a:p>
          <a:endParaRPr lang="en-US"/>
        </a:p>
      </dgm:t>
    </dgm:pt>
    <dgm:pt modelId="{BD9698D8-1A02-4354-AD49-488CC596C217}">
      <dgm:prSet/>
      <dgm:spPr/>
      <dgm:t>
        <a:bodyPr/>
        <a:lstStyle/>
        <a:p>
          <a:r>
            <a:rPr lang="en-US" b="0" i="0" baseline="0"/>
            <a:t>Hitung laba_kotor</a:t>
          </a:r>
          <a:endParaRPr lang="en-US"/>
        </a:p>
      </dgm:t>
    </dgm:pt>
    <dgm:pt modelId="{11DE7DA2-4B80-4943-A2A6-F635AF865150}" type="parTrans" cxnId="{EE60E09A-45FB-472C-8C0D-E1632F1022AB}">
      <dgm:prSet/>
      <dgm:spPr/>
      <dgm:t>
        <a:bodyPr/>
        <a:lstStyle/>
        <a:p>
          <a:endParaRPr lang="en-US"/>
        </a:p>
      </dgm:t>
    </dgm:pt>
    <dgm:pt modelId="{BF14AB98-7D00-4271-89B4-62D115ADF301}" type="sibTrans" cxnId="{EE60E09A-45FB-472C-8C0D-E1632F1022AB}">
      <dgm:prSet/>
      <dgm:spPr/>
      <dgm:t>
        <a:bodyPr/>
        <a:lstStyle/>
        <a:p>
          <a:endParaRPr lang="en-US"/>
        </a:p>
      </dgm:t>
    </dgm:pt>
    <dgm:pt modelId="{A5D95F61-EBC6-4E37-9F39-EE9C6D62345B}">
      <dgm:prSet/>
      <dgm:spPr/>
      <dgm:t>
        <a:bodyPr/>
        <a:lstStyle/>
        <a:p>
          <a:r>
            <a:rPr lang="en-US" b="0" i="0" baseline="0"/>
            <a:t>Tampilkan semua hasil</a:t>
          </a:r>
          <a:endParaRPr lang="en-US"/>
        </a:p>
      </dgm:t>
    </dgm:pt>
    <dgm:pt modelId="{0815A508-2DB6-4271-A8CB-B4DE281D7120}" type="parTrans" cxnId="{5FC72C39-14AF-447C-822E-10198C3589CB}">
      <dgm:prSet/>
      <dgm:spPr/>
      <dgm:t>
        <a:bodyPr/>
        <a:lstStyle/>
        <a:p>
          <a:endParaRPr lang="en-US"/>
        </a:p>
      </dgm:t>
    </dgm:pt>
    <dgm:pt modelId="{7A8E7772-813D-4403-B341-AC0AFFB82099}" type="sibTrans" cxnId="{5FC72C39-14AF-447C-822E-10198C3589CB}">
      <dgm:prSet/>
      <dgm:spPr/>
      <dgm:t>
        <a:bodyPr/>
        <a:lstStyle/>
        <a:p>
          <a:endParaRPr lang="en-US"/>
        </a:p>
      </dgm:t>
    </dgm:pt>
    <dgm:pt modelId="{D01673E2-5011-44D3-88C2-4F85FB290A8B}">
      <dgm:prSet/>
      <dgm:spPr/>
      <dgm:t>
        <a:bodyPr/>
        <a:lstStyle/>
        <a:p>
          <a:r>
            <a:rPr lang="en-US" b="0" i="0" baseline="0"/>
            <a:t>Selesai</a:t>
          </a:r>
          <a:endParaRPr lang="en-US"/>
        </a:p>
      </dgm:t>
    </dgm:pt>
    <dgm:pt modelId="{75DA1C51-E593-4BFE-A3EB-BDD0403921CA}" type="parTrans" cxnId="{3006B168-AB27-4AFC-80A7-F6A58B9E4B44}">
      <dgm:prSet/>
      <dgm:spPr/>
      <dgm:t>
        <a:bodyPr/>
        <a:lstStyle/>
        <a:p>
          <a:endParaRPr lang="en-US"/>
        </a:p>
      </dgm:t>
    </dgm:pt>
    <dgm:pt modelId="{967CEB12-A602-40EA-A884-AD125CE86A1D}" type="sibTrans" cxnId="{3006B168-AB27-4AFC-80A7-F6A58B9E4B44}">
      <dgm:prSet/>
      <dgm:spPr/>
      <dgm:t>
        <a:bodyPr/>
        <a:lstStyle/>
        <a:p>
          <a:endParaRPr lang="en-US"/>
        </a:p>
      </dgm:t>
    </dgm:pt>
    <dgm:pt modelId="{E2367839-DC87-42D6-AFBA-601AE9FC4ED1}" type="pres">
      <dgm:prSet presAssocID="{61CA4FA2-864F-4333-9206-B585909A08E0}" presName="vert0" presStyleCnt="0">
        <dgm:presLayoutVars>
          <dgm:dir/>
          <dgm:animOne val="branch"/>
          <dgm:animLvl val="lvl"/>
        </dgm:presLayoutVars>
      </dgm:prSet>
      <dgm:spPr/>
    </dgm:pt>
    <dgm:pt modelId="{1EC06A4A-19CE-449C-84AF-EC05A02512C0}" type="pres">
      <dgm:prSet presAssocID="{A0AB290A-9BBC-4599-A0C6-AE7631FE52AF}" presName="thickLine" presStyleLbl="alignNode1" presStyleIdx="0" presStyleCnt="16"/>
      <dgm:spPr/>
    </dgm:pt>
    <dgm:pt modelId="{72858985-C222-45AB-AE48-D8290C6BDFC9}" type="pres">
      <dgm:prSet presAssocID="{A0AB290A-9BBC-4599-A0C6-AE7631FE52AF}" presName="horz1" presStyleCnt="0"/>
      <dgm:spPr/>
    </dgm:pt>
    <dgm:pt modelId="{969C9E64-0ACA-46E6-8D28-B8C73FE9251E}" type="pres">
      <dgm:prSet presAssocID="{A0AB290A-9BBC-4599-A0C6-AE7631FE52AF}" presName="tx1" presStyleLbl="revTx" presStyleIdx="0" presStyleCnt="16"/>
      <dgm:spPr/>
    </dgm:pt>
    <dgm:pt modelId="{861DF0BA-282E-4147-B1DE-EBA767068062}" type="pres">
      <dgm:prSet presAssocID="{A0AB290A-9BBC-4599-A0C6-AE7631FE52AF}" presName="vert1" presStyleCnt="0"/>
      <dgm:spPr/>
    </dgm:pt>
    <dgm:pt modelId="{A4B4F089-1BD2-4394-B5DA-51B202FB78B2}" type="pres">
      <dgm:prSet presAssocID="{DB0174CC-1850-461B-A369-F22509A78BFD}" presName="thickLine" presStyleLbl="alignNode1" presStyleIdx="1" presStyleCnt="16"/>
      <dgm:spPr/>
    </dgm:pt>
    <dgm:pt modelId="{33B7C793-5915-4390-A14C-3A9629782BE6}" type="pres">
      <dgm:prSet presAssocID="{DB0174CC-1850-461B-A369-F22509A78BFD}" presName="horz1" presStyleCnt="0"/>
      <dgm:spPr/>
    </dgm:pt>
    <dgm:pt modelId="{472EC9E4-21CD-4D36-AF7F-E33DC866050E}" type="pres">
      <dgm:prSet presAssocID="{DB0174CC-1850-461B-A369-F22509A78BFD}" presName="tx1" presStyleLbl="revTx" presStyleIdx="1" presStyleCnt="16"/>
      <dgm:spPr/>
    </dgm:pt>
    <dgm:pt modelId="{914CFC94-0904-456D-BC95-2ED6509367F5}" type="pres">
      <dgm:prSet presAssocID="{DB0174CC-1850-461B-A369-F22509A78BFD}" presName="vert1" presStyleCnt="0"/>
      <dgm:spPr/>
    </dgm:pt>
    <dgm:pt modelId="{BC475DBA-BC89-4453-8021-E0E08EFCFDCB}" type="pres">
      <dgm:prSet presAssocID="{1BE71032-416A-4936-ACB9-973A7393E92D}" presName="thickLine" presStyleLbl="alignNode1" presStyleIdx="2" presStyleCnt="16"/>
      <dgm:spPr/>
    </dgm:pt>
    <dgm:pt modelId="{E0674D10-8ED9-47D5-8AF3-23E9E098F42F}" type="pres">
      <dgm:prSet presAssocID="{1BE71032-416A-4936-ACB9-973A7393E92D}" presName="horz1" presStyleCnt="0"/>
      <dgm:spPr/>
    </dgm:pt>
    <dgm:pt modelId="{F4DDA6C2-F443-4ACE-B213-5536F4C8EDC7}" type="pres">
      <dgm:prSet presAssocID="{1BE71032-416A-4936-ACB9-973A7393E92D}" presName="tx1" presStyleLbl="revTx" presStyleIdx="2" presStyleCnt="16"/>
      <dgm:spPr/>
    </dgm:pt>
    <dgm:pt modelId="{72F3B653-804D-46EA-A485-1E856E0A19A0}" type="pres">
      <dgm:prSet presAssocID="{1BE71032-416A-4936-ACB9-973A7393E92D}" presName="vert1" presStyleCnt="0"/>
      <dgm:spPr/>
    </dgm:pt>
    <dgm:pt modelId="{E4699AC1-C86C-41B4-921B-40D87D7B32F3}" type="pres">
      <dgm:prSet presAssocID="{BF963BCF-8008-43EB-9889-9EA28E0BF813}" presName="thickLine" presStyleLbl="alignNode1" presStyleIdx="3" presStyleCnt="16"/>
      <dgm:spPr/>
    </dgm:pt>
    <dgm:pt modelId="{3B9F78A2-4A9F-4C44-B033-CDD7E3170501}" type="pres">
      <dgm:prSet presAssocID="{BF963BCF-8008-43EB-9889-9EA28E0BF813}" presName="horz1" presStyleCnt="0"/>
      <dgm:spPr/>
    </dgm:pt>
    <dgm:pt modelId="{52699AEB-674D-4437-8500-2E79336E01BB}" type="pres">
      <dgm:prSet presAssocID="{BF963BCF-8008-43EB-9889-9EA28E0BF813}" presName="tx1" presStyleLbl="revTx" presStyleIdx="3" presStyleCnt="16"/>
      <dgm:spPr/>
    </dgm:pt>
    <dgm:pt modelId="{DF982A7C-75E8-4F33-874F-3E9C56FC9027}" type="pres">
      <dgm:prSet presAssocID="{BF963BCF-8008-43EB-9889-9EA28E0BF813}" presName="vert1" presStyleCnt="0"/>
      <dgm:spPr/>
    </dgm:pt>
    <dgm:pt modelId="{2E15C5DD-6A94-4E3C-BA87-7B32D79F4761}" type="pres">
      <dgm:prSet presAssocID="{7416E84E-0801-4B51-BB74-12913F9E8EB4}" presName="thickLine" presStyleLbl="alignNode1" presStyleIdx="4" presStyleCnt="16"/>
      <dgm:spPr/>
    </dgm:pt>
    <dgm:pt modelId="{C7DE2A9F-50D0-4662-A6B9-F064C4370783}" type="pres">
      <dgm:prSet presAssocID="{7416E84E-0801-4B51-BB74-12913F9E8EB4}" presName="horz1" presStyleCnt="0"/>
      <dgm:spPr/>
    </dgm:pt>
    <dgm:pt modelId="{434459DD-71E8-45E7-BCF8-5742FAB2B7B7}" type="pres">
      <dgm:prSet presAssocID="{7416E84E-0801-4B51-BB74-12913F9E8EB4}" presName="tx1" presStyleLbl="revTx" presStyleIdx="4" presStyleCnt="16"/>
      <dgm:spPr/>
    </dgm:pt>
    <dgm:pt modelId="{C2EE6C8E-3727-42DC-A8A7-AAB0D351ACE2}" type="pres">
      <dgm:prSet presAssocID="{7416E84E-0801-4B51-BB74-12913F9E8EB4}" presName="vert1" presStyleCnt="0"/>
      <dgm:spPr/>
    </dgm:pt>
    <dgm:pt modelId="{900EDAD2-47D0-4F31-A8FE-F379D2E552CA}" type="pres">
      <dgm:prSet presAssocID="{851FF543-2B85-48F4-A336-2E66A3E018FB}" presName="thickLine" presStyleLbl="alignNode1" presStyleIdx="5" presStyleCnt="16"/>
      <dgm:spPr/>
    </dgm:pt>
    <dgm:pt modelId="{BF9BB855-CC4D-4ABE-A720-B4008F878A71}" type="pres">
      <dgm:prSet presAssocID="{851FF543-2B85-48F4-A336-2E66A3E018FB}" presName="horz1" presStyleCnt="0"/>
      <dgm:spPr/>
    </dgm:pt>
    <dgm:pt modelId="{88FB8C8C-3DC8-47CB-9124-F773BC866AB9}" type="pres">
      <dgm:prSet presAssocID="{851FF543-2B85-48F4-A336-2E66A3E018FB}" presName="tx1" presStyleLbl="revTx" presStyleIdx="5" presStyleCnt="16"/>
      <dgm:spPr/>
    </dgm:pt>
    <dgm:pt modelId="{248CD9B8-555F-4869-9414-29C4C2BB58F1}" type="pres">
      <dgm:prSet presAssocID="{851FF543-2B85-48F4-A336-2E66A3E018FB}" presName="vert1" presStyleCnt="0"/>
      <dgm:spPr/>
    </dgm:pt>
    <dgm:pt modelId="{3DDA8D7F-99E9-4A91-A30A-138739C1D1AD}" type="pres">
      <dgm:prSet presAssocID="{80415067-8C3B-4178-B66E-D87E4A199B79}" presName="thickLine" presStyleLbl="alignNode1" presStyleIdx="6" presStyleCnt="16"/>
      <dgm:spPr/>
    </dgm:pt>
    <dgm:pt modelId="{E87C1074-EAFB-4141-AC4F-B8D74C94A517}" type="pres">
      <dgm:prSet presAssocID="{80415067-8C3B-4178-B66E-D87E4A199B79}" presName="horz1" presStyleCnt="0"/>
      <dgm:spPr/>
    </dgm:pt>
    <dgm:pt modelId="{5574D472-C038-4609-BEDD-6EB34524A2F1}" type="pres">
      <dgm:prSet presAssocID="{80415067-8C3B-4178-B66E-D87E4A199B79}" presName="tx1" presStyleLbl="revTx" presStyleIdx="6" presStyleCnt="16"/>
      <dgm:spPr/>
    </dgm:pt>
    <dgm:pt modelId="{6864C23C-2607-4856-B979-D0F7043CF428}" type="pres">
      <dgm:prSet presAssocID="{80415067-8C3B-4178-B66E-D87E4A199B79}" presName="vert1" presStyleCnt="0"/>
      <dgm:spPr/>
    </dgm:pt>
    <dgm:pt modelId="{A22F14CF-B304-4365-B8CD-2CB15D7AC817}" type="pres">
      <dgm:prSet presAssocID="{8F333C45-75EA-466C-8E0B-FEBE7A562FF0}" presName="thickLine" presStyleLbl="alignNode1" presStyleIdx="7" presStyleCnt="16"/>
      <dgm:spPr/>
    </dgm:pt>
    <dgm:pt modelId="{588C2B37-E6C3-4B0E-98FB-BDDBD321904B}" type="pres">
      <dgm:prSet presAssocID="{8F333C45-75EA-466C-8E0B-FEBE7A562FF0}" presName="horz1" presStyleCnt="0"/>
      <dgm:spPr/>
    </dgm:pt>
    <dgm:pt modelId="{2BA29082-CAF3-4DB8-8AB7-E13BD90B6156}" type="pres">
      <dgm:prSet presAssocID="{8F333C45-75EA-466C-8E0B-FEBE7A562FF0}" presName="tx1" presStyleLbl="revTx" presStyleIdx="7" presStyleCnt="16"/>
      <dgm:spPr/>
    </dgm:pt>
    <dgm:pt modelId="{3F6F2C57-BE8F-4BA6-8308-2831A2156CBE}" type="pres">
      <dgm:prSet presAssocID="{8F333C45-75EA-466C-8E0B-FEBE7A562FF0}" presName="vert1" presStyleCnt="0"/>
      <dgm:spPr/>
    </dgm:pt>
    <dgm:pt modelId="{804A1DBE-5B3E-4100-8698-5F679C44741F}" type="pres">
      <dgm:prSet presAssocID="{5BDAE2D5-EC91-4FC8-8A2B-393B341D677F}" presName="thickLine" presStyleLbl="alignNode1" presStyleIdx="8" presStyleCnt="16"/>
      <dgm:spPr/>
    </dgm:pt>
    <dgm:pt modelId="{AD5B3F19-C965-4166-A0CC-40CCF6BD20A7}" type="pres">
      <dgm:prSet presAssocID="{5BDAE2D5-EC91-4FC8-8A2B-393B341D677F}" presName="horz1" presStyleCnt="0"/>
      <dgm:spPr/>
    </dgm:pt>
    <dgm:pt modelId="{DBAC81F5-2747-4D2D-A9CD-9B1FEE93B037}" type="pres">
      <dgm:prSet presAssocID="{5BDAE2D5-EC91-4FC8-8A2B-393B341D677F}" presName="tx1" presStyleLbl="revTx" presStyleIdx="8" presStyleCnt="16"/>
      <dgm:spPr/>
    </dgm:pt>
    <dgm:pt modelId="{8C9CD93F-7DB3-4FBD-9107-147D73EBAD92}" type="pres">
      <dgm:prSet presAssocID="{5BDAE2D5-EC91-4FC8-8A2B-393B341D677F}" presName="vert1" presStyleCnt="0"/>
      <dgm:spPr/>
    </dgm:pt>
    <dgm:pt modelId="{939E1908-4B47-4D0F-BE2A-F1F003CB4953}" type="pres">
      <dgm:prSet presAssocID="{8F955D1A-B9FF-418E-9B4B-E7951621B1E9}" presName="thickLine" presStyleLbl="alignNode1" presStyleIdx="9" presStyleCnt="16"/>
      <dgm:spPr/>
    </dgm:pt>
    <dgm:pt modelId="{3B77EB86-F8A3-4240-9B5E-2977145667A9}" type="pres">
      <dgm:prSet presAssocID="{8F955D1A-B9FF-418E-9B4B-E7951621B1E9}" presName="horz1" presStyleCnt="0"/>
      <dgm:spPr/>
    </dgm:pt>
    <dgm:pt modelId="{3F167F0E-116B-4976-A032-C1A78F0FF973}" type="pres">
      <dgm:prSet presAssocID="{8F955D1A-B9FF-418E-9B4B-E7951621B1E9}" presName="tx1" presStyleLbl="revTx" presStyleIdx="9" presStyleCnt="16"/>
      <dgm:spPr/>
    </dgm:pt>
    <dgm:pt modelId="{241CA71F-7B42-4D32-91A4-1F6309D72520}" type="pres">
      <dgm:prSet presAssocID="{8F955D1A-B9FF-418E-9B4B-E7951621B1E9}" presName="vert1" presStyleCnt="0"/>
      <dgm:spPr/>
    </dgm:pt>
    <dgm:pt modelId="{6E123331-BC93-4B73-BEBD-BFD696A67C5D}" type="pres">
      <dgm:prSet presAssocID="{879D770D-98EA-42EA-8FCE-1CC202A0A5BE}" presName="thickLine" presStyleLbl="alignNode1" presStyleIdx="10" presStyleCnt="16"/>
      <dgm:spPr/>
    </dgm:pt>
    <dgm:pt modelId="{7E16E48A-4C23-4FEB-8C42-EB188A8BC184}" type="pres">
      <dgm:prSet presAssocID="{879D770D-98EA-42EA-8FCE-1CC202A0A5BE}" presName="horz1" presStyleCnt="0"/>
      <dgm:spPr/>
    </dgm:pt>
    <dgm:pt modelId="{9F7E911C-FF8E-4C3D-9BD8-4D3D0E460BDF}" type="pres">
      <dgm:prSet presAssocID="{879D770D-98EA-42EA-8FCE-1CC202A0A5BE}" presName="tx1" presStyleLbl="revTx" presStyleIdx="10" presStyleCnt="16"/>
      <dgm:spPr/>
    </dgm:pt>
    <dgm:pt modelId="{6C9153E0-ECF9-4ABF-AC94-BA38CD998234}" type="pres">
      <dgm:prSet presAssocID="{879D770D-98EA-42EA-8FCE-1CC202A0A5BE}" presName="vert1" presStyleCnt="0"/>
      <dgm:spPr/>
    </dgm:pt>
    <dgm:pt modelId="{BDB843F1-5551-4C9C-B174-25C8E512A527}" type="pres">
      <dgm:prSet presAssocID="{7D27EE15-9FF1-44AF-9D74-499684DAF9EC}" presName="thickLine" presStyleLbl="alignNode1" presStyleIdx="11" presStyleCnt="16"/>
      <dgm:spPr/>
    </dgm:pt>
    <dgm:pt modelId="{6617CCB0-DA04-4DFE-AC90-F8309448AA91}" type="pres">
      <dgm:prSet presAssocID="{7D27EE15-9FF1-44AF-9D74-499684DAF9EC}" presName="horz1" presStyleCnt="0"/>
      <dgm:spPr/>
    </dgm:pt>
    <dgm:pt modelId="{B5ACF44B-415A-4ADE-AD67-478A791D99AB}" type="pres">
      <dgm:prSet presAssocID="{7D27EE15-9FF1-44AF-9D74-499684DAF9EC}" presName="tx1" presStyleLbl="revTx" presStyleIdx="11" presStyleCnt="16"/>
      <dgm:spPr/>
    </dgm:pt>
    <dgm:pt modelId="{AC0A8F24-0D7E-4ECA-82B6-1ED191E14B88}" type="pres">
      <dgm:prSet presAssocID="{7D27EE15-9FF1-44AF-9D74-499684DAF9EC}" presName="vert1" presStyleCnt="0"/>
      <dgm:spPr/>
    </dgm:pt>
    <dgm:pt modelId="{1D2B30F3-A8AE-400C-B361-14A6D8961DC1}" type="pres">
      <dgm:prSet presAssocID="{A6017881-DFBE-4835-AAD0-2161BC33364B}" presName="thickLine" presStyleLbl="alignNode1" presStyleIdx="12" presStyleCnt="16"/>
      <dgm:spPr/>
    </dgm:pt>
    <dgm:pt modelId="{D03313D5-EAE7-4042-BE3D-2CBDCE5E960E}" type="pres">
      <dgm:prSet presAssocID="{A6017881-DFBE-4835-AAD0-2161BC33364B}" presName="horz1" presStyleCnt="0"/>
      <dgm:spPr/>
    </dgm:pt>
    <dgm:pt modelId="{86D96561-7C81-4CF2-83E8-ECEC411FAFBB}" type="pres">
      <dgm:prSet presAssocID="{A6017881-DFBE-4835-AAD0-2161BC33364B}" presName="tx1" presStyleLbl="revTx" presStyleIdx="12" presStyleCnt="16"/>
      <dgm:spPr/>
    </dgm:pt>
    <dgm:pt modelId="{E421670A-E3A3-4DFA-8837-080927407A36}" type="pres">
      <dgm:prSet presAssocID="{A6017881-DFBE-4835-AAD0-2161BC33364B}" presName="vert1" presStyleCnt="0"/>
      <dgm:spPr/>
    </dgm:pt>
    <dgm:pt modelId="{C72D523E-9E48-4171-8F42-42584F84DBEA}" type="pres">
      <dgm:prSet presAssocID="{BD9698D8-1A02-4354-AD49-488CC596C217}" presName="thickLine" presStyleLbl="alignNode1" presStyleIdx="13" presStyleCnt="16"/>
      <dgm:spPr/>
    </dgm:pt>
    <dgm:pt modelId="{C775ABFC-E9A7-4255-9DF1-380C0E7C315B}" type="pres">
      <dgm:prSet presAssocID="{BD9698D8-1A02-4354-AD49-488CC596C217}" presName="horz1" presStyleCnt="0"/>
      <dgm:spPr/>
    </dgm:pt>
    <dgm:pt modelId="{68E9560A-2301-404A-BB60-09EDBBDD4B6D}" type="pres">
      <dgm:prSet presAssocID="{BD9698D8-1A02-4354-AD49-488CC596C217}" presName="tx1" presStyleLbl="revTx" presStyleIdx="13" presStyleCnt="16"/>
      <dgm:spPr/>
    </dgm:pt>
    <dgm:pt modelId="{4B3A3E4D-7F2B-452A-8F84-4347700542E7}" type="pres">
      <dgm:prSet presAssocID="{BD9698D8-1A02-4354-AD49-488CC596C217}" presName="vert1" presStyleCnt="0"/>
      <dgm:spPr/>
    </dgm:pt>
    <dgm:pt modelId="{D5C2B4E0-1E4E-4985-A3B9-CD27CAC037AF}" type="pres">
      <dgm:prSet presAssocID="{A5D95F61-EBC6-4E37-9F39-EE9C6D62345B}" presName="thickLine" presStyleLbl="alignNode1" presStyleIdx="14" presStyleCnt="16"/>
      <dgm:spPr/>
    </dgm:pt>
    <dgm:pt modelId="{24686D63-06B6-4D64-9AD7-37E3D5A73E7E}" type="pres">
      <dgm:prSet presAssocID="{A5D95F61-EBC6-4E37-9F39-EE9C6D62345B}" presName="horz1" presStyleCnt="0"/>
      <dgm:spPr/>
    </dgm:pt>
    <dgm:pt modelId="{323F4536-D5C0-4F3F-B877-23F454943C81}" type="pres">
      <dgm:prSet presAssocID="{A5D95F61-EBC6-4E37-9F39-EE9C6D62345B}" presName="tx1" presStyleLbl="revTx" presStyleIdx="14" presStyleCnt="16"/>
      <dgm:spPr/>
    </dgm:pt>
    <dgm:pt modelId="{78207BB4-BCD4-439D-AD93-1E12729E28B7}" type="pres">
      <dgm:prSet presAssocID="{A5D95F61-EBC6-4E37-9F39-EE9C6D62345B}" presName="vert1" presStyleCnt="0"/>
      <dgm:spPr/>
    </dgm:pt>
    <dgm:pt modelId="{59A421E3-51CC-4124-8F1E-F72B8AB91B94}" type="pres">
      <dgm:prSet presAssocID="{D01673E2-5011-44D3-88C2-4F85FB290A8B}" presName="thickLine" presStyleLbl="alignNode1" presStyleIdx="15" presStyleCnt="16"/>
      <dgm:spPr/>
    </dgm:pt>
    <dgm:pt modelId="{C7A27142-7620-4EC7-9CBC-3CAB983A40F3}" type="pres">
      <dgm:prSet presAssocID="{D01673E2-5011-44D3-88C2-4F85FB290A8B}" presName="horz1" presStyleCnt="0"/>
      <dgm:spPr/>
    </dgm:pt>
    <dgm:pt modelId="{712B5B2E-CA65-4770-AA3F-C55A3B8E7A32}" type="pres">
      <dgm:prSet presAssocID="{D01673E2-5011-44D3-88C2-4F85FB290A8B}" presName="tx1" presStyleLbl="revTx" presStyleIdx="15" presStyleCnt="16"/>
      <dgm:spPr/>
    </dgm:pt>
    <dgm:pt modelId="{7632B9B0-8441-4FD5-A423-22F53EE14564}" type="pres">
      <dgm:prSet presAssocID="{D01673E2-5011-44D3-88C2-4F85FB290A8B}" presName="vert1" presStyleCnt="0"/>
      <dgm:spPr/>
    </dgm:pt>
  </dgm:ptLst>
  <dgm:cxnLst>
    <dgm:cxn modelId="{8AF10B0F-4563-4050-A765-7D725151F1AA}" srcId="{61CA4FA2-864F-4333-9206-B585909A08E0}" destId="{A0AB290A-9BBC-4599-A0C6-AE7631FE52AF}" srcOrd="0" destOrd="0" parTransId="{082AB968-D1C8-46C4-9AA0-CF20AB154867}" sibTransId="{3AFC0A48-CB05-4B1B-A8BA-236A4A23C5AB}"/>
    <dgm:cxn modelId="{1AB1681B-C7D5-48D4-B715-95BC73E1EEE0}" type="presOf" srcId="{BF963BCF-8008-43EB-9889-9EA28E0BF813}" destId="{52699AEB-674D-4437-8500-2E79336E01BB}" srcOrd="0" destOrd="0" presId="urn:microsoft.com/office/officeart/2008/layout/LinedList"/>
    <dgm:cxn modelId="{FDAAEF1F-FCAA-44F3-8EA6-036211F5D398}" srcId="{61CA4FA2-864F-4333-9206-B585909A08E0}" destId="{BF963BCF-8008-43EB-9889-9EA28E0BF813}" srcOrd="3" destOrd="0" parTransId="{27C90BA9-31F1-43C6-9D09-082EBB77D756}" sibTransId="{8EFB2FED-0302-4E07-8709-C7F217CDE929}"/>
    <dgm:cxn modelId="{BAF4BE2A-5267-46AB-AAD3-49DFDCF7016B}" type="presOf" srcId="{851FF543-2B85-48F4-A336-2E66A3E018FB}" destId="{88FB8C8C-3DC8-47CB-9124-F773BC866AB9}" srcOrd="0" destOrd="0" presId="urn:microsoft.com/office/officeart/2008/layout/LinedList"/>
    <dgm:cxn modelId="{8279742C-E7BA-4F28-9F4D-1109B2F5B107}" type="presOf" srcId="{8F955D1A-B9FF-418E-9B4B-E7951621B1E9}" destId="{3F167F0E-116B-4976-A032-C1A78F0FF973}" srcOrd="0" destOrd="0" presId="urn:microsoft.com/office/officeart/2008/layout/LinedList"/>
    <dgm:cxn modelId="{2A0DCC31-C168-41F8-B2B7-5264CBBD7769}" type="presOf" srcId="{A5D95F61-EBC6-4E37-9F39-EE9C6D62345B}" destId="{323F4536-D5C0-4F3F-B877-23F454943C81}" srcOrd="0" destOrd="0" presId="urn:microsoft.com/office/officeart/2008/layout/LinedList"/>
    <dgm:cxn modelId="{568ABB34-8CB0-48D4-9C12-C665FE0CB8AE}" type="presOf" srcId="{879D770D-98EA-42EA-8FCE-1CC202A0A5BE}" destId="{9F7E911C-FF8E-4C3D-9BD8-4D3D0E460BDF}" srcOrd="0" destOrd="0" presId="urn:microsoft.com/office/officeart/2008/layout/LinedList"/>
    <dgm:cxn modelId="{94328736-F2DA-4BDF-A3C6-741FC592A3FC}" srcId="{61CA4FA2-864F-4333-9206-B585909A08E0}" destId="{5BDAE2D5-EC91-4FC8-8A2B-393B341D677F}" srcOrd="8" destOrd="0" parTransId="{2A6872E1-0959-46D2-839F-D371B4A952E1}" sibTransId="{B2AC491A-FA47-4AB1-B509-379763EA3620}"/>
    <dgm:cxn modelId="{5FC72C39-14AF-447C-822E-10198C3589CB}" srcId="{61CA4FA2-864F-4333-9206-B585909A08E0}" destId="{A5D95F61-EBC6-4E37-9F39-EE9C6D62345B}" srcOrd="14" destOrd="0" parTransId="{0815A508-2DB6-4271-A8CB-B4DE281D7120}" sibTransId="{7A8E7772-813D-4403-B341-AC0AFFB82099}"/>
    <dgm:cxn modelId="{C573D23A-6046-4883-A996-88BC274A1C4A}" srcId="{61CA4FA2-864F-4333-9206-B585909A08E0}" destId="{851FF543-2B85-48F4-A336-2E66A3E018FB}" srcOrd="5" destOrd="0" parTransId="{F85820D1-B5A1-4ED6-8E3A-95562101AF71}" sibTransId="{456FD898-EC2A-4696-B005-D636DC3EBC63}"/>
    <dgm:cxn modelId="{B079BF5E-5AB1-4FA2-A532-CA035AC52C28}" srcId="{61CA4FA2-864F-4333-9206-B585909A08E0}" destId="{7D27EE15-9FF1-44AF-9D74-499684DAF9EC}" srcOrd="11" destOrd="0" parTransId="{52C4149B-A7C3-4681-96EF-F43D38299C1D}" sibTransId="{D7E2D777-CF01-4CFF-A838-7C73E736A3C1}"/>
    <dgm:cxn modelId="{8CACF664-3A6C-44F8-9DB1-FE9DAEBDA50C}" type="presOf" srcId="{8F333C45-75EA-466C-8E0B-FEBE7A562FF0}" destId="{2BA29082-CAF3-4DB8-8AB7-E13BD90B6156}" srcOrd="0" destOrd="0" presId="urn:microsoft.com/office/officeart/2008/layout/LinedList"/>
    <dgm:cxn modelId="{267D5346-57E9-4DBF-B863-D48DB653CE4E}" srcId="{61CA4FA2-864F-4333-9206-B585909A08E0}" destId="{879D770D-98EA-42EA-8FCE-1CC202A0A5BE}" srcOrd="10" destOrd="0" parTransId="{D746452A-AFBE-4BCA-BF84-6632E04FBC0D}" sibTransId="{D12E47D7-68B8-4F47-8257-DDC8A1C08E4C}"/>
    <dgm:cxn modelId="{3006B168-AB27-4AFC-80A7-F6A58B9E4B44}" srcId="{61CA4FA2-864F-4333-9206-B585909A08E0}" destId="{D01673E2-5011-44D3-88C2-4F85FB290A8B}" srcOrd="15" destOrd="0" parTransId="{75DA1C51-E593-4BFE-A3EB-BDD0403921CA}" sibTransId="{967CEB12-A602-40EA-A884-AD125CE86A1D}"/>
    <dgm:cxn modelId="{3A8DEC4C-C608-4725-9B5D-CF7D3130B00F}" srcId="{61CA4FA2-864F-4333-9206-B585909A08E0}" destId="{8F955D1A-B9FF-418E-9B4B-E7951621B1E9}" srcOrd="9" destOrd="0" parTransId="{EB0922A3-169C-480B-97C0-71AFC523BCE8}" sibTransId="{A26760DB-B570-4C81-A8C8-74EF2E06F053}"/>
    <dgm:cxn modelId="{F09D2952-C0AD-4BED-8A76-2AE4B47758A3}" type="presOf" srcId="{1BE71032-416A-4936-ACB9-973A7393E92D}" destId="{F4DDA6C2-F443-4ACE-B213-5536F4C8EDC7}" srcOrd="0" destOrd="0" presId="urn:microsoft.com/office/officeart/2008/layout/LinedList"/>
    <dgm:cxn modelId="{FF29D475-7DCF-4960-87B0-D8ED123A52F2}" type="presOf" srcId="{A0AB290A-9BBC-4599-A0C6-AE7631FE52AF}" destId="{969C9E64-0ACA-46E6-8D28-B8C73FE9251E}" srcOrd="0" destOrd="0" presId="urn:microsoft.com/office/officeart/2008/layout/LinedList"/>
    <dgm:cxn modelId="{39D59A5A-9B75-448C-928E-DDE71F5AD130}" srcId="{61CA4FA2-864F-4333-9206-B585909A08E0}" destId="{8F333C45-75EA-466C-8E0B-FEBE7A562FF0}" srcOrd="7" destOrd="0" parTransId="{998DB683-A7F0-494A-ABBB-7CCCF565BD17}" sibTransId="{74CA5DFF-79B0-49F3-8346-C50973D997F2}"/>
    <dgm:cxn modelId="{779A2A86-130A-4C97-AC76-FE4BEFA8625F}" type="presOf" srcId="{D01673E2-5011-44D3-88C2-4F85FB290A8B}" destId="{712B5B2E-CA65-4770-AA3F-C55A3B8E7A32}" srcOrd="0" destOrd="0" presId="urn:microsoft.com/office/officeart/2008/layout/LinedList"/>
    <dgm:cxn modelId="{F5CBD38B-3B80-4C0B-A8E0-D0F14E8C0450}" type="presOf" srcId="{7D27EE15-9FF1-44AF-9D74-499684DAF9EC}" destId="{B5ACF44B-415A-4ADE-AD67-478A791D99AB}" srcOrd="0" destOrd="0" presId="urn:microsoft.com/office/officeart/2008/layout/LinedList"/>
    <dgm:cxn modelId="{EE60E09A-45FB-472C-8C0D-E1632F1022AB}" srcId="{61CA4FA2-864F-4333-9206-B585909A08E0}" destId="{BD9698D8-1A02-4354-AD49-488CC596C217}" srcOrd="13" destOrd="0" parTransId="{11DE7DA2-4B80-4943-A2A6-F635AF865150}" sibTransId="{BF14AB98-7D00-4271-89B4-62D115ADF301}"/>
    <dgm:cxn modelId="{B4C5A0A7-83AB-4BBF-AAEF-F95B807F0EE4}" type="presOf" srcId="{61CA4FA2-864F-4333-9206-B585909A08E0}" destId="{E2367839-DC87-42D6-AFBA-601AE9FC4ED1}" srcOrd="0" destOrd="0" presId="urn:microsoft.com/office/officeart/2008/layout/LinedList"/>
    <dgm:cxn modelId="{7DF651BC-DDC5-4D4B-AE67-AF550381AC6B}" type="presOf" srcId="{80415067-8C3B-4178-B66E-D87E4A199B79}" destId="{5574D472-C038-4609-BEDD-6EB34524A2F1}" srcOrd="0" destOrd="0" presId="urn:microsoft.com/office/officeart/2008/layout/LinedList"/>
    <dgm:cxn modelId="{E991E5BE-56F0-4381-947F-5951215F3307}" type="presOf" srcId="{A6017881-DFBE-4835-AAD0-2161BC33364B}" destId="{86D96561-7C81-4CF2-83E8-ECEC411FAFBB}" srcOrd="0" destOrd="0" presId="urn:microsoft.com/office/officeart/2008/layout/LinedList"/>
    <dgm:cxn modelId="{4EBA26C7-9A43-4228-8B6E-79E766AB4677}" type="presOf" srcId="{7416E84E-0801-4B51-BB74-12913F9E8EB4}" destId="{434459DD-71E8-45E7-BCF8-5742FAB2B7B7}" srcOrd="0" destOrd="0" presId="urn:microsoft.com/office/officeart/2008/layout/LinedList"/>
    <dgm:cxn modelId="{E6DA9EC9-A36F-4DD4-B8F6-09A96AEC56BA}" srcId="{61CA4FA2-864F-4333-9206-B585909A08E0}" destId="{7416E84E-0801-4B51-BB74-12913F9E8EB4}" srcOrd="4" destOrd="0" parTransId="{18DA8EA6-8656-4E99-8596-09257A95F17C}" sibTransId="{5CB08EA0-C3D3-4193-B2C2-416521D87E59}"/>
    <dgm:cxn modelId="{DB110FCD-A06F-497A-9DFB-F2C7B0A8312D}" srcId="{61CA4FA2-864F-4333-9206-B585909A08E0}" destId="{1BE71032-416A-4936-ACB9-973A7393E92D}" srcOrd="2" destOrd="0" parTransId="{01F186F0-55C3-48E2-B972-8A36D9C23A3C}" sibTransId="{22442B73-221A-4F28-BF43-DA7803A7CA92}"/>
    <dgm:cxn modelId="{06E40CCF-A08B-4749-8CE8-1D86B5B30055}" type="presOf" srcId="{BD9698D8-1A02-4354-AD49-488CC596C217}" destId="{68E9560A-2301-404A-BB60-09EDBBDD4B6D}" srcOrd="0" destOrd="0" presId="urn:microsoft.com/office/officeart/2008/layout/LinedList"/>
    <dgm:cxn modelId="{16D6D6DB-3DC2-462F-8582-7E2AB6DF23C4}" srcId="{61CA4FA2-864F-4333-9206-B585909A08E0}" destId="{A6017881-DFBE-4835-AAD0-2161BC33364B}" srcOrd="12" destOrd="0" parTransId="{69D0D171-DA38-4721-AC42-E21C66A0E06C}" sibTransId="{9C573A6D-D6B3-4A73-B2F6-3C21FE24E09F}"/>
    <dgm:cxn modelId="{E84F25DF-F737-42BA-A458-CF21F8A76E8E}" srcId="{61CA4FA2-864F-4333-9206-B585909A08E0}" destId="{80415067-8C3B-4178-B66E-D87E4A199B79}" srcOrd="6" destOrd="0" parTransId="{731F88B5-D269-4B1B-B9EF-746300232226}" sibTransId="{28694ED8-A407-4788-BB09-D5E7DA58046C}"/>
    <dgm:cxn modelId="{D46F30E2-E61B-4DBA-AF0C-43527AFA01DF}" type="presOf" srcId="{5BDAE2D5-EC91-4FC8-8A2B-393B341D677F}" destId="{DBAC81F5-2747-4D2D-A9CD-9B1FEE93B037}" srcOrd="0" destOrd="0" presId="urn:microsoft.com/office/officeart/2008/layout/LinedList"/>
    <dgm:cxn modelId="{1CD2A7E3-0A06-483C-BF16-C6C41DFCC6E3}" type="presOf" srcId="{DB0174CC-1850-461B-A369-F22509A78BFD}" destId="{472EC9E4-21CD-4D36-AF7F-E33DC866050E}" srcOrd="0" destOrd="0" presId="urn:microsoft.com/office/officeart/2008/layout/LinedList"/>
    <dgm:cxn modelId="{4A2F0CF0-0E57-43C1-977D-A753F2BB85EB}" srcId="{61CA4FA2-864F-4333-9206-B585909A08E0}" destId="{DB0174CC-1850-461B-A369-F22509A78BFD}" srcOrd="1" destOrd="0" parTransId="{62AA4E28-2586-4A78-BD0F-7C41DFEE3EC1}" sibTransId="{5511C2BD-F234-4081-A220-FCB965AE54FE}"/>
    <dgm:cxn modelId="{014F7856-1114-4B90-8207-6F2B29713B42}" type="presParOf" srcId="{E2367839-DC87-42D6-AFBA-601AE9FC4ED1}" destId="{1EC06A4A-19CE-449C-84AF-EC05A02512C0}" srcOrd="0" destOrd="0" presId="urn:microsoft.com/office/officeart/2008/layout/LinedList"/>
    <dgm:cxn modelId="{DD4EDC6E-CBE6-4D25-8D69-287330FC93FE}" type="presParOf" srcId="{E2367839-DC87-42D6-AFBA-601AE9FC4ED1}" destId="{72858985-C222-45AB-AE48-D8290C6BDFC9}" srcOrd="1" destOrd="0" presId="urn:microsoft.com/office/officeart/2008/layout/LinedList"/>
    <dgm:cxn modelId="{37CC4545-B726-4833-84B5-F6462C75E88B}" type="presParOf" srcId="{72858985-C222-45AB-AE48-D8290C6BDFC9}" destId="{969C9E64-0ACA-46E6-8D28-B8C73FE9251E}" srcOrd="0" destOrd="0" presId="urn:microsoft.com/office/officeart/2008/layout/LinedList"/>
    <dgm:cxn modelId="{3E9C5865-D51E-4208-8AFB-E6CAA01F0A1E}" type="presParOf" srcId="{72858985-C222-45AB-AE48-D8290C6BDFC9}" destId="{861DF0BA-282E-4147-B1DE-EBA767068062}" srcOrd="1" destOrd="0" presId="urn:microsoft.com/office/officeart/2008/layout/LinedList"/>
    <dgm:cxn modelId="{982F9AED-2E33-4ECA-A4D6-947D153F87F7}" type="presParOf" srcId="{E2367839-DC87-42D6-AFBA-601AE9FC4ED1}" destId="{A4B4F089-1BD2-4394-B5DA-51B202FB78B2}" srcOrd="2" destOrd="0" presId="urn:microsoft.com/office/officeart/2008/layout/LinedList"/>
    <dgm:cxn modelId="{866987A9-A539-4196-8412-E1CAAB5ED77C}" type="presParOf" srcId="{E2367839-DC87-42D6-AFBA-601AE9FC4ED1}" destId="{33B7C793-5915-4390-A14C-3A9629782BE6}" srcOrd="3" destOrd="0" presId="urn:microsoft.com/office/officeart/2008/layout/LinedList"/>
    <dgm:cxn modelId="{05009F89-6D28-4720-A103-1EA80BEBB17A}" type="presParOf" srcId="{33B7C793-5915-4390-A14C-3A9629782BE6}" destId="{472EC9E4-21CD-4D36-AF7F-E33DC866050E}" srcOrd="0" destOrd="0" presId="urn:microsoft.com/office/officeart/2008/layout/LinedList"/>
    <dgm:cxn modelId="{8B4E58D5-BDB1-4BC9-A673-25D495C462CC}" type="presParOf" srcId="{33B7C793-5915-4390-A14C-3A9629782BE6}" destId="{914CFC94-0904-456D-BC95-2ED6509367F5}" srcOrd="1" destOrd="0" presId="urn:microsoft.com/office/officeart/2008/layout/LinedList"/>
    <dgm:cxn modelId="{5F8BCAD9-267D-4944-859D-3356A8062936}" type="presParOf" srcId="{E2367839-DC87-42D6-AFBA-601AE9FC4ED1}" destId="{BC475DBA-BC89-4453-8021-E0E08EFCFDCB}" srcOrd="4" destOrd="0" presId="urn:microsoft.com/office/officeart/2008/layout/LinedList"/>
    <dgm:cxn modelId="{FF7C1777-B516-4534-8573-ED146C17F5F2}" type="presParOf" srcId="{E2367839-DC87-42D6-AFBA-601AE9FC4ED1}" destId="{E0674D10-8ED9-47D5-8AF3-23E9E098F42F}" srcOrd="5" destOrd="0" presId="urn:microsoft.com/office/officeart/2008/layout/LinedList"/>
    <dgm:cxn modelId="{20A18354-AFE4-4B90-A864-336778E27506}" type="presParOf" srcId="{E0674D10-8ED9-47D5-8AF3-23E9E098F42F}" destId="{F4DDA6C2-F443-4ACE-B213-5536F4C8EDC7}" srcOrd="0" destOrd="0" presId="urn:microsoft.com/office/officeart/2008/layout/LinedList"/>
    <dgm:cxn modelId="{7195F9EE-C1C9-427E-AD88-64A3E52A9297}" type="presParOf" srcId="{E0674D10-8ED9-47D5-8AF3-23E9E098F42F}" destId="{72F3B653-804D-46EA-A485-1E856E0A19A0}" srcOrd="1" destOrd="0" presId="urn:microsoft.com/office/officeart/2008/layout/LinedList"/>
    <dgm:cxn modelId="{7A5D2C5B-F1AB-4D6E-B70A-1E4768F8730F}" type="presParOf" srcId="{E2367839-DC87-42D6-AFBA-601AE9FC4ED1}" destId="{E4699AC1-C86C-41B4-921B-40D87D7B32F3}" srcOrd="6" destOrd="0" presId="urn:microsoft.com/office/officeart/2008/layout/LinedList"/>
    <dgm:cxn modelId="{A43EDFC2-7DB9-4249-B3B1-4E2807AA7E24}" type="presParOf" srcId="{E2367839-DC87-42D6-AFBA-601AE9FC4ED1}" destId="{3B9F78A2-4A9F-4C44-B033-CDD7E3170501}" srcOrd="7" destOrd="0" presId="urn:microsoft.com/office/officeart/2008/layout/LinedList"/>
    <dgm:cxn modelId="{509F4B86-34AA-4B65-B400-8E292FC1F9E0}" type="presParOf" srcId="{3B9F78A2-4A9F-4C44-B033-CDD7E3170501}" destId="{52699AEB-674D-4437-8500-2E79336E01BB}" srcOrd="0" destOrd="0" presId="urn:microsoft.com/office/officeart/2008/layout/LinedList"/>
    <dgm:cxn modelId="{FB7938D3-CBF1-4FDC-959E-474ED88D86D9}" type="presParOf" srcId="{3B9F78A2-4A9F-4C44-B033-CDD7E3170501}" destId="{DF982A7C-75E8-4F33-874F-3E9C56FC9027}" srcOrd="1" destOrd="0" presId="urn:microsoft.com/office/officeart/2008/layout/LinedList"/>
    <dgm:cxn modelId="{59F0054F-A665-4194-9FF1-D6501EE7EB9E}" type="presParOf" srcId="{E2367839-DC87-42D6-AFBA-601AE9FC4ED1}" destId="{2E15C5DD-6A94-4E3C-BA87-7B32D79F4761}" srcOrd="8" destOrd="0" presId="urn:microsoft.com/office/officeart/2008/layout/LinedList"/>
    <dgm:cxn modelId="{47A95BF8-EFB5-42F4-820C-27F4E15F21CA}" type="presParOf" srcId="{E2367839-DC87-42D6-AFBA-601AE9FC4ED1}" destId="{C7DE2A9F-50D0-4662-A6B9-F064C4370783}" srcOrd="9" destOrd="0" presId="urn:microsoft.com/office/officeart/2008/layout/LinedList"/>
    <dgm:cxn modelId="{DFCF51E3-DDAE-4C26-908E-4B80CEC6E01C}" type="presParOf" srcId="{C7DE2A9F-50D0-4662-A6B9-F064C4370783}" destId="{434459DD-71E8-45E7-BCF8-5742FAB2B7B7}" srcOrd="0" destOrd="0" presId="urn:microsoft.com/office/officeart/2008/layout/LinedList"/>
    <dgm:cxn modelId="{C038EDC2-CC07-40C9-8A91-FCF54B169F42}" type="presParOf" srcId="{C7DE2A9F-50D0-4662-A6B9-F064C4370783}" destId="{C2EE6C8E-3727-42DC-A8A7-AAB0D351ACE2}" srcOrd="1" destOrd="0" presId="urn:microsoft.com/office/officeart/2008/layout/LinedList"/>
    <dgm:cxn modelId="{23BF0502-F666-4A6F-ABEC-64EF95C1587A}" type="presParOf" srcId="{E2367839-DC87-42D6-AFBA-601AE9FC4ED1}" destId="{900EDAD2-47D0-4F31-A8FE-F379D2E552CA}" srcOrd="10" destOrd="0" presId="urn:microsoft.com/office/officeart/2008/layout/LinedList"/>
    <dgm:cxn modelId="{3FFED366-945F-4339-938F-85E76BED1337}" type="presParOf" srcId="{E2367839-DC87-42D6-AFBA-601AE9FC4ED1}" destId="{BF9BB855-CC4D-4ABE-A720-B4008F878A71}" srcOrd="11" destOrd="0" presId="urn:microsoft.com/office/officeart/2008/layout/LinedList"/>
    <dgm:cxn modelId="{B192B124-FC6C-4B89-9EC1-8918C8F85493}" type="presParOf" srcId="{BF9BB855-CC4D-4ABE-A720-B4008F878A71}" destId="{88FB8C8C-3DC8-47CB-9124-F773BC866AB9}" srcOrd="0" destOrd="0" presId="urn:microsoft.com/office/officeart/2008/layout/LinedList"/>
    <dgm:cxn modelId="{3544D8B9-19E2-4F75-9AC3-4BF289BEBF1F}" type="presParOf" srcId="{BF9BB855-CC4D-4ABE-A720-B4008F878A71}" destId="{248CD9B8-555F-4869-9414-29C4C2BB58F1}" srcOrd="1" destOrd="0" presId="urn:microsoft.com/office/officeart/2008/layout/LinedList"/>
    <dgm:cxn modelId="{574902CE-F428-465B-8A1C-0E7E82E8E6D3}" type="presParOf" srcId="{E2367839-DC87-42D6-AFBA-601AE9FC4ED1}" destId="{3DDA8D7F-99E9-4A91-A30A-138739C1D1AD}" srcOrd="12" destOrd="0" presId="urn:microsoft.com/office/officeart/2008/layout/LinedList"/>
    <dgm:cxn modelId="{5C82868A-EC37-4B1E-B517-93B9E97C8803}" type="presParOf" srcId="{E2367839-DC87-42D6-AFBA-601AE9FC4ED1}" destId="{E87C1074-EAFB-4141-AC4F-B8D74C94A517}" srcOrd="13" destOrd="0" presId="urn:microsoft.com/office/officeart/2008/layout/LinedList"/>
    <dgm:cxn modelId="{84033005-CBAC-41AA-B304-B74CF22595C9}" type="presParOf" srcId="{E87C1074-EAFB-4141-AC4F-B8D74C94A517}" destId="{5574D472-C038-4609-BEDD-6EB34524A2F1}" srcOrd="0" destOrd="0" presId="urn:microsoft.com/office/officeart/2008/layout/LinedList"/>
    <dgm:cxn modelId="{3A7F083F-55EE-4F65-9BF1-96CA54CD8BD8}" type="presParOf" srcId="{E87C1074-EAFB-4141-AC4F-B8D74C94A517}" destId="{6864C23C-2607-4856-B979-D0F7043CF428}" srcOrd="1" destOrd="0" presId="urn:microsoft.com/office/officeart/2008/layout/LinedList"/>
    <dgm:cxn modelId="{840EC71B-EC76-4461-AA04-AC3D92724E18}" type="presParOf" srcId="{E2367839-DC87-42D6-AFBA-601AE9FC4ED1}" destId="{A22F14CF-B304-4365-B8CD-2CB15D7AC817}" srcOrd="14" destOrd="0" presId="urn:microsoft.com/office/officeart/2008/layout/LinedList"/>
    <dgm:cxn modelId="{17158CEB-9A97-4AB7-9227-F12455426035}" type="presParOf" srcId="{E2367839-DC87-42D6-AFBA-601AE9FC4ED1}" destId="{588C2B37-E6C3-4B0E-98FB-BDDBD321904B}" srcOrd="15" destOrd="0" presId="urn:microsoft.com/office/officeart/2008/layout/LinedList"/>
    <dgm:cxn modelId="{AD36CAD5-E6C6-45F2-8D54-0B4CCBE18D89}" type="presParOf" srcId="{588C2B37-E6C3-4B0E-98FB-BDDBD321904B}" destId="{2BA29082-CAF3-4DB8-8AB7-E13BD90B6156}" srcOrd="0" destOrd="0" presId="urn:microsoft.com/office/officeart/2008/layout/LinedList"/>
    <dgm:cxn modelId="{43DC553F-8322-4BA9-9198-F9C5A0759C29}" type="presParOf" srcId="{588C2B37-E6C3-4B0E-98FB-BDDBD321904B}" destId="{3F6F2C57-BE8F-4BA6-8308-2831A2156CBE}" srcOrd="1" destOrd="0" presId="urn:microsoft.com/office/officeart/2008/layout/LinedList"/>
    <dgm:cxn modelId="{2ED03A43-AC70-4EA3-9B88-B23FE4B40ACF}" type="presParOf" srcId="{E2367839-DC87-42D6-AFBA-601AE9FC4ED1}" destId="{804A1DBE-5B3E-4100-8698-5F679C44741F}" srcOrd="16" destOrd="0" presId="urn:microsoft.com/office/officeart/2008/layout/LinedList"/>
    <dgm:cxn modelId="{A99CA5DC-DD4E-4297-8AF8-18381A2F10C5}" type="presParOf" srcId="{E2367839-DC87-42D6-AFBA-601AE9FC4ED1}" destId="{AD5B3F19-C965-4166-A0CC-40CCF6BD20A7}" srcOrd="17" destOrd="0" presId="urn:microsoft.com/office/officeart/2008/layout/LinedList"/>
    <dgm:cxn modelId="{940046AA-E07E-47B3-AF62-57A1B3BEA070}" type="presParOf" srcId="{AD5B3F19-C965-4166-A0CC-40CCF6BD20A7}" destId="{DBAC81F5-2747-4D2D-A9CD-9B1FEE93B037}" srcOrd="0" destOrd="0" presId="urn:microsoft.com/office/officeart/2008/layout/LinedList"/>
    <dgm:cxn modelId="{7905FA8A-C129-4D03-9459-A053748E9526}" type="presParOf" srcId="{AD5B3F19-C965-4166-A0CC-40CCF6BD20A7}" destId="{8C9CD93F-7DB3-4FBD-9107-147D73EBAD92}" srcOrd="1" destOrd="0" presId="urn:microsoft.com/office/officeart/2008/layout/LinedList"/>
    <dgm:cxn modelId="{B8D4F8D4-E369-4BE0-834D-DBCA4E5C0558}" type="presParOf" srcId="{E2367839-DC87-42D6-AFBA-601AE9FC4ED1}" destId="{939E1908-4B47-4D0F-BE2A-F1F003CB4953}" srcOrd="18" destOrd="0" presId="urn:microsoft.com/office/officeart/2008/layout/LinedList"/>
    <dgm:cxn modelId="{781D7BAB-5C35-4561-87E8-C996AEB926EE}" type="presParOf" srcId="{E2367839-DC87-42D6-AFBA-601AE9FC4ED1}" destId="{3B77EB86-F8A3-4240-9B5E-2977145667A9}" srcOrd="19" destOrd="0" presId="urn:microsoft.com/office/officeart/2008/layout/LinedList"/>
    <dgm:cxn modelId="{C532C759-D37A-42F7-900D-5939C338B306}" type="presParOf" srcId="{3B77EB86-F8A3-4240-9B5E-2977145667A9}" destId="{3F167F0E-116B-4976-A032-C1A78F0FF973}" srcOrd="0" destOrd="0" presId="urn:microsoft.com/office/officeart/2008/layout/LinedList"/>
    <dgm:cxn modelId="{188D9E49-921C-42A7-88CE-2ED15E0B2A80}" type="presParOf" srcId="{3B77EB86-F8A3-4240-9B5E-2977145667A9}" destId="{241CA71F-7B42-4D32-91A4-1F6309D72520}" srcOrd="1" destOrd="0" presId="urn:microsoft.com/office/officeart/2008/layout/LinedList"/>
    <dgm:cxn modelId="{03346419-959D-4D3E-A68C-71211DF3D3FC}" type="presParOf" srcId="{E2367839-DC87-42D6-AFBA-601AE9FC4ED1}" destId="{6E123331-BC93-4B73-BEBD-BFD696A67C5D}" srcOrd="20" destOrd="0" presId="urn:microsoft.com/office/officeart/2008/layout/LinedList"/>
    <dgm:cxn modelId="{16D11B30-40E0-4813-B5EA-563A63AAD86D}" type="presParOf" srcId="{E2367839-DC87-42D6-AFBA-601AE9FC4ED1}" destId="{7E16E48A-4C23-4FEB-8C42-EB188A8BC184}" srcOrd="21" destOrd="0" presId="urn:microsoft.com/office/officeart/2008/layout/LinedList"/>
    <dgm:cxn modelId="{D3739229-C210-4560-9E46-D7771B1D0712}" type="presParOf" srcId="{7E16E48A-4C23-4FEB-8C42-EB188A8BC184}" destId="{9F7E911C-FF8E-4C3D-9BD8-4D3D0E460BDF}" srcOrd="0" destOrd="0" presId="urn:microsoft.com/office/officeart/2008/layout/LinedList"/>
    <dgm:cxn modelId="{000B7577-E76C-4A11-BECE-75FCA6F60480}" type="presParOf" srcId="{7E16E48A-4C23-4FEB-8C42-EB188A8BC184}" destId="{6C9153E0-ECF9-4ABF-AC94-BA38CD998234}" srcOrd="1" destOrd="0" presId="urn:microsoft.com/office/officeart/2008/layout/LinedList"/>
    <dgm:cxn modelId="{1C97C1E0-A9C3-4B71-B8FA-1D29518F6A97}" type="presParOf" srcId="{E2367839-DC87-42D6-AFBA-601AE9FC4ED1}" destId="{BDB843F1-5551-4C9C-B174-25C8E512A527}" srcOrd="22" destOrd="0" presId="urn:microsoft.com/office/officeart/2008/layout/LinedList"/>
    <dgm:cxn modelId="{6C4847A5-46FF-45FD-B11E-E237F941548B}" type="presParOf" srcId="{E2367839-DC87-42D6-AFBA-601AE9FC4ED1}" destId="{6617CCB0-DA04-4DFE-AC90-F8309448AA91}" srcOrd="23" destOrd="0" presId="urn:microsoft.com/office/officeart/2008/layout/LinedList"/>
    <dgm:cxn modelId="{65DF2ADB-7EC8-4E24-BDC1-4FAE166C8163}" type="presParOf" srcId="{6617CCB0-DA04-4DFE-AC90-F8309448AA91}" destId="{B5ACF44B-415A-4ADE-AD67-478A791D99AB}" srcOrd="0" destOrd="0" presId="urn:microsoft.com/office/officeart/2008/layout/LinedList"/>
    <dgm:cxn modelId="{865453CD-16AC-4067-87EF-C8BA0E66F5CF}" type="presParOf" srcId="{6617CCB0-DA04-4DFE-AC90-F8309448AA91}" destId="{AC0A8F24-0D7E-4ECA-82B6-1ED191E14B88}" srcOrd="1" destOrd="0" presId="urn:microsoft.com/office/officeart/2008/layout/LinedList"/>
    <dgm:cxn modelId="{C89CF3A6-497F-44E2-A3F9-526D94E5E545}" type="presParOf" srcId="{E2367839-DC87-42D6-AFBA-601AE9FC4ED1}" destId="{1D2B30F3-A8AE-400C-B361-14A6D8961DC1}" srcOrd="24" destOrd="0" presId="urn:microsoft.com/office/officeart/2008/layout/LinedList"/>
    <dgm:cxn modelId="{25331650-DA96-4068-AFFA-DCEA09329DA4}" type="presParOf" srcId="{E2367839-DC87-42D6-AFBA-601AE9FC4ED1}" destId="{D03313D5-EAE7-4042-BE3D-2CBDCE5E960E}" srcOrd="25" destOrd="0" presId="urn:microsoft.com/office/officeart/2008/layout/LinedList"/>
    <dgm:cxn modelId="{06BF4D55-595E-449E-8A72-5F6F081059ED}" type="presParOf" srcId="{D03313D5-EAE7-4042-BE3D-2CBDCE5E960E}" destId="{86D96561-7C81-4CF2-83E8-ECEC411FAFBB}" srcOrd="0" destOrd="0" presId="urn:microsoft.com/office/officeart/2008/layout/LinedList"/>
    <dgm:cxn modelId="{9592AB3C-79B0-4CBB-940B-A148A4BDCE91}" type="presParOf" srcId="{D03313D5-EAE7-4042-BE3D-2CBDCE5E960E}" destId="{E421670A-E3A3-4DFA-8837-080927407A36}" srcOrd="1" destOrd="0" presId="urn:microsoft.com/office/officeart/2008/layout/LinedList"/>
    <dgm:cxn modelId="{89929223-A011-4690-ADD0-F70C050765BF}" type="presParOf" srcId="{E2367839-DC87-42D6-AFBA-601AE9FC4ED1}" destId="{C72D523E-9E48-4171-8F42-42584F84DBEA}" srcOrd="26" destOrd="0" presId="urn:microsoft.com/office/officeart/2008/layout/LinedList"/>
    <dgm:cxn modelId="{898BABB3-4BD9-44AA-8F7C-EEC85D70BFDB}" type="presParOf" srcId="{E2367839-DC87-42D6-AFBA-601AE9FC4ED1}" destId="{C775ABFC-E9A7-4255-9DF1-380C0E7C315B}" srcOrd="27" destOrd="0" presId="urn:microsoft.com/office/officeart/2008/layout/LinedList"/>
    <dgm:cxn modelId="{C05D86EC-BAE7-4362-86DF-7D32E4679C43}" type="presParOf" srcId="{C775ABFC-E9A7-4255-9DF1-380C0E7C315B}" destId="{68E9560A-2301-404A-BB60-09EDBBDD4B6D}" srcOrd="0" destOrd="0" presId="urn:microsoft.com/office/officeart/2008/layout/LinedList"/>
    <dgm:cxn modelId="{945FE4A1-B42F-4119-B541-8DE948A01F6B}" type="presParOf" srcId="{C775ABFC-E9A7-4255-9DF1-380C0E7C315B}" destId="{4B3A3E4D-7F2B-452A-8F84-4347700542E7}" srcOrd="1" destOrd="0" presId="urn:microsoft.com/office/officeart/2008/layout/LinedList"/>
    <dgm:cxn modelId="{AF0B745C-3E22-4D83-99F3-665041B24E46}" type="presParOf" srcId="{E2367839-DC87-42D6-AFBA-601AE9FC4ED1}" destId="{D5C2B4E0-1E4E-4985-A3B9-CD27CAC037AF}" srcOrd="28" destOrd="0" presId="urn:microsoft.com/office/officeart/2008/layout/LinedList"/>
    <dgm:cxn modelId="{3B3B09DE-7728-4456-8D19-74627C7B902E}" type="presParOf" srcId="{E2367839-DC87-42D6-AFBA-601AE9FC4ED1}" destId="{24686D63-06B6-4D64-9AD7-37E3D5A73E7E}" srcOrd="29" destOrd="0" presId="urn:microsoft.com/office/officeart/2008/layout/LinedList"/>
    <dgm:cxn modelId="{A6B0B921-1B6C-48AE-A63E-2BA45301D82A}" type="presParOf" srcId="{24686D63-06B6-4D64-9AD7-37E3D5A73E7E}" destId="{323F4536-D5C0-4F3F-B877-23F454943C81}" srcOrd="0" destOrd="0" presId="urn:microsoft.com/office/officeart/2008/layout/LinedList"/>
    <dgm:cxn modelId="{BF43C265-EBD3-4DB2-B40D-408B7A599210}" type="presParOf" srcId="{24686D63-06B6-4D64-9AD7-37E3D5A73E7E}" destId="{78207BB4-BCD4-439D-AD93-1E12729E28B7}" srcOrd="1" destOrd="0" presId="urn:microsoft.com/office/officeart/2008/layout/LinedList"/>
    <dgm:cxn modelId="{0BCEFF5C-7B99-4841-8CE2-1CA776806F2C}" type="presParOf" srcId="{E2367839-DC87-42D6-AFBA-601AE9FC4ED1}" destId="{59A421E3-51CC-4124-8F1E-F72B8AB91B94}" srcOrd="30" destOrd="0" presId="urn:microsoft.com/office/officeart/2008/layout/LinedList"/>
    <dgm:cxn modelId="{6EFAA8CB-9CE4-45F3-8B48-282A0095162D}" type="presParOf" srcId="{E2367839-DC87-42D6-AFBA-601AE9FC4ED1}" destId="{C7A27142-7620-4EC7-9CBC-3CAB983A40F3}" srcOrd="31" destOrd="0" presId="urn:microsoft.com/office/officeart/2008/layout/LinedList"/>
    <dgm:cxn modelId="{D288C2F2-2DE9-4B87-B70C-9D0D653A46C9}" type="presParOf" srcId="{C7A27142-7620-4EC7-9CBC-3CAB983A40F3}" destId="{712B5B2E-CA65-4770-AA3F-C55A3B8E7A32}" srcOrd="0" destOrd="0" presId="urn:microsoft.com/office/officeart/2008/layout/LinedList"/>
    <dgm:cxn modelId="{05715AB7-052D-43F8-98F5-3D5D29D14CDC}" type="presParOf" srcId="{C7A27142-7620-4EC7-9CBC-3CAB983A40F3}" destId="{7632B9B0-8441-4FD5-A423-22F53EE145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5277558-94B0-404C-8468-432E7AC3AB9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2B23406-6841-4F02-BFC7-0EA7045DD620}">
      <dgm:prSet/>
      <dgm:spPr/>
      <dgm:t>
        <a:bodyPr/>
        <a:lstStyle/>
        <a:p>
          <a:r>
            <a:rPr lang="en-US"/>
            <a:t>BEGIN</a:t>
          </a:r>
        </a:p>
      </dgm:t>
    </dgm:pt>
    <dgm:pt modelId="{B936CDFE-D4B0-4855-9539-82C2715E6BD0}" type="parTrans" cxnId="{28BB834D-28AB-41F3-B460-419C81B6E2C3}">
      <dgm:prSet/>
      <dgm:spPr/>
      <dgm:t>
        <a:bodyPr/>
        <a:lstStyle/>
        <a:p>
          <a:endParaRPr lang="en-US"/>
        </a:p>
      </dgm:t>
    </dgm:pt>
    <dgm:pt modelId="{E31E24B3-B87C-4A22-83BE-C6837B443CC6}" type="sibTrans" cxnId="{28BB834D-28AB-41F3-B460-419C81B6E2C3}">
      <dgm:prSet/>
      <dgm:spPr/>
      <dgm:t>
        <a:bodyPr/>
        <a:lstStyle/>
        <a:p>
          <a:endParaRPr lang="en-US"/>
        </a:p>
      </dgm:t>
    </dgm:pt>
    <dgm:pt modelId="{67D2C267-9273-420F-9BC2-B13236B2018A}">
      <dgm:prSet/>
      <dgm:spPr/>
      <dgm:t>
        <a:bodyPr/>
        <a:lstStyle/>
        <a:p>
          <a:r>
            <a:rPr lang="en-US"/>
            <a:t>INPUT jumlah_produksi</a:t>
          </a:r>
        </a:p>
      </dgm:t>
    </dgm:pt>
    <dgm:pt modelId="{91BB3F44-191D-4663-B06D-A77643B00D3D}" type="parTrans" cxnId="{6E2AD133-CB70-4EFE-A10D-240E4EA09686}">
      <dgm:prSet/>
      <dgm:spPr/>
      <dgm:t>
        <a:bodyPr/>
        <a:lstStyle/>
        <a:p>
          <a:endParaRPr lang="en-US"/>
        </a:p>
      </dgm:t>
    </dgm:pt>
    <dgm:pt modelId="{CE11861D-5192-4D41-8B0D-3D3AC2E8D28F}" type="sibTrans" cxnId="{6E2AD133-CB70-4EFE-A10D-240E4EA09686}">
      <dgm:prSet/>
      <dgm:spPr/>
      <dgm:t>
        <a:bodyPr/>
        <a:lstStyle/>
        <a:p>
          <a:endParaRPr lang="en-US"/>
        </a:p>
      </dgm:t>
    </dgm:pt>
    <dgm:pt modelId="{52CDF5FF-7868-4E65-8DB9-155C818C2166}">
      <dgm:prSet/>
      <dgm:spPr/>
      <dgm:t>
        <a:bodyPr/>
        <a:lstStyle/>
        <a:p>
          <a:r>
            <a:rPr lang="en-US"/>
            <a:t>INPUT bahan_per_unit</a:t>
          </a:r>
        </a:p>
      </dgm:t>
    </dgm:pt>
    <dgm:pt modelId="{766DB8D6-B265-45E1-B09A-F18275BD9F44}" type="parTrans" cxnId="{DCDC4987-8C95-4242-B681-DBA0903E231C}">
      <dgm:prSet/>
      <dgm:spPr/>
      <dgm:t>
        <a:bodyPr/>
        <a:lstStyle/>
        <a:p>
          <a:endParaRPr lang="en-US"/>
        </a:p>
      </dgm:t>
    </dgm:pt>
    <dgm:pt modelId="{317F6CDE-5885-4F8C-991B-453D6EC568BD}" type="sibTrans" cxnId="{DCDC4987-8C95-4242-B681-DBA0903E231C}">
      <dgm:prSet/>
      <dgm:spPr/>
      <dgm:t>
        <a:bodyPr/>
        <a:lstStyle/>
        <a:p>
          <a:endParaRPr lang="en-US"/>
        </a:p>
      </dgm:t>
    </dgm:pt>
    <dgm:pt modelId="{01490DED-C4E0-483E-AA79-AEEF651EB9B7}">
      <dgm:prSet/>
      <dgm:spPr/>
      <dgm:t>
        <a:bodyPr/>
        <a:lstStyle/>
        <a:p>
          <a:r>
            <a:rPr lang="en-US"/>
            <a:t>INPUT tenaga_per_unit</a:t>
          </a:r>
        </a:p>
      </dgm:t>
    </dgm:pt>
    <dgm:pt modelId="{5A745CE1-C50B-423E-857B-96FF5C39E53B}" type="parTrans" cxnId="{61573D69-A3DE-43E4-8AA5-A06AD03E898A}">
      <dgm:prSet/>
      <dgm:spPr/>
      <dgm:t>
        <a:bodyPr/>
        <a:lstStyle/>
        <a:p>
          <a:endParaRPr lang="en-US"/>
        </a:p>
      </dgm:t>
    </dgm:pt>
    <dgm:pt modelId="{6AA8C11D-66FB-419F-A294-9F2502773320}" type="sibTrans" cxnId="{61573D69-A3DE-43E4-8AA5-A06AD03E898A}">
      <dgm:prSet/>
      <dgm:spPr/>
      <dgm:t>
        <a:bodyPr/>
        <a:lstStyle/>
        <a:p>
          <a:endParaRPr lang="en-US"/>
        </a:p>
      </dgm:t>
    </dgm:pt>
    <dgm:pt modelId="{0FCACB3D-757E-4D1A-B129-5173C5A2CCF0}">
      <dgm:prSet/>
      <dgm:spPr/>
      <dgm:t>
        <a:bodyPr/>
        <a:lstStyle/>
        <a:p>
          <a:r>
            <a:rPr lang="en-US"/>
            <a:t>INPUT overhead_per_unit</a:t>
          </a:r>
        </a:p>
      </dgm:t>
    </dgm:pt>
    <dgm:pt modelId="{DA6F224E-7330-4378-B7A5-1314C92F0EDB}" type="parTrans" cxnId="{3EADABDC-03F3-457A-A977-B54F6083DA11}">
      <dgm:prSet/>
      <dgm:spPr/>
      <dgm:t>
        <a:bodyPr/>
        <a:lstStyle/>
        <a:p>
          <a:endParaRPr lang="en-US"/>
        </a:p>
      </dgm:t>
    </dgm:pt>
    <dgm:pt modelId="{221E726D-35FF-4FA4-B957-7CA25C28984C}" type="sibTrans" cxnId="{3EADABDC-03F3-457A-A977-B54F6083DA11}">
      <dgm:prSet/>
      <dgm:spPr/>
      <dgm:t>
        <a:bodyPr/>
        <a:lstStyle/>
        <a:p>
          <a:endParaRPr lang="en-US"/>
        </a:p>
      </dgm:t>
    </dgm:pt>
    <dgm:pt modelId="{7648A22E-8181-438F-8A02-990D6F04690F}">
      <dgm:prSet/>
      <dgm:spPr/>
      <dgm:t>
        <a:bodyPr/>
        <a:lstStyle/>
        <a:p>
          <a:r>
            <a:rPr lang="en-US"/>
            <a:t>INPUT markup</a:t>
          </a:r>
        </a:p>
      </dgm:t>
    </dgm:pt>
    <dgm:pt modelId="{B8A23680-DF88-4098-9289-43384CF9BA6A}" type="parTrans" cxnId="{7304FCA2-512D-42A7-92F2-D8725FA49325}">
      <dgm:prSet/>
      <dgm:spPr/>
      <dgm:t>
        <a:bodyPr/>
        <a:lstStyle/>
        <a:p>
          <a:endParaRPr lang="en-US"/>
        </a:p>
      </dgm:t>
    </dgm:pt>
    <dgm:pt modelId="{1FB1F468-295C-4A6F-98C8-6F0C096A623A}" type="sibTrans" cxnId="{7304FCA2-512D-42A7-92F2-D8725FA49325}">
      <dgm:prSet/>
      <dgm:spPr/>
      <dgm:t>
        <a:bodyPr/>
        <a:lstStyle/>
        <a:p>
          <a:endParaRPr lang="en-US"/>
        </a:p>
      </dgm:t>
    </dgm:pt>
    <dgm:pt modelId="{31637D7F-3CA8-40FA-8CFD-C6DC421D29BC}">
      <dgm:prSet/>
      <dgm:spPr/>
      <dgm:t>
        <a:bodyPr/>
        <a:lstStyle/>
        <a:p>
          <a:r>
            <a:rPr lang="en-US"/>
            <a:t>total_bahan ← jumlah_produksi * bahan_per_unit</a:t>
          </a:r>
        </a:p>
      </dgm:t>
    </dgm:pt>
    <dgm:pt modelId="{4ACF6F74-7510-47E3-9FAC-E2B289F7E286}" type="parTrans" cxnId="{EBB43844-7193-401B-8775-CF854A76AA17}">
      <dgm:prSet/>
      <dgm:spPr/>
      <dgm:t>
        <a:bodyPr/>
        <a:lstStyle/>
        <a:p>
          <a:endParaRPr lang="en-US"/>
        </a:p>
      </dgm:t>
    </dgm:pt>
    <dgm:pt modelId="{BBC37EAA-1B70-4C1D-84FC-E5F05A2D31DE}" type="sibTrans" cxnId="{EBB43844-7193-401B-8775-CF854A76AA17}">
      <dgm:prSet/>
      <dgm:spPr/>
      <dgm:t>
        <a:bodyPr/>
        <a:lstStyle/>
        <a:p>
          <a:endParaRPr lang="en-US"/>
        </a:p>
      </dgm:t>
    </dgm:pt>
    <dgm:pt modelId="{09AA95E6-7BD1-4C50-83CD-010358F9F300}">
      <dgm:prSet/>
      <dgm:spPr/>
      <dgm:t>
        <a:bodyPr/>
        <a:lstStyle/>
        <a:p>
          <a:r>
            <a:rPr lang="en-US"/>
            <a:t>total_tenaga ← jumlah_produksi * tenaga_per_unit</a:t>
          </a:r>
        </a:p>
      </dgm:t>
    </dgm:pt>
    <dgm:pt modelId="{BBD6D107-4F6B-4C27-AB1A-03334A8C6987}" type="parTrans" cxnId="{131623CE-2FD2-4789-9477-145432E9E109}">
      <dgm:prSet/>
      <dgm:spPr/>
      <dgm:t>
        <a:bodyPr/>
        <a:lstStyle/>
        <a:p>
          <a:endParaRPr lang="en-US"/>
        </a:p>
      </dgm:t>
    </dgm:pt>
    <dgm:pt modelId="{22555CDC-B8B5-4A60-88B3-C6215D73D531}" type="sibTrans" cxnId="{131623CE-2FD2-4789-9477-145432E9E109}">
      <dgm:prSet/>
      <dgm:spPr/>
      <dgm:t>
        <a:bodyPr/>
        <a:lstStyle/>
        <a:p>
          <a:endParaRPr lang="en-US"/>
        </a:p>
      </dgm:t>
    </dgm:pt>
    <dgm:pt modelId="{FDFABE2C-B3E4-465B-8779-A04FE1037A48}">
      <dgm:prSet/>
      <dgm:spPr/>
      <dgm:t>
        <a:bodyPr/>
        <a:lstStyle/>
        <a:p>
          <a:r>
            <a:rPr lang="en-US"/>
            <a:t>total_overhead ← jumlah_produksi * overhead_per_unit</a:t>
          </a:r>
        </a:p>
      </dgm:t>
    </dgm:pt>
    <dgm:pt modelId="{36C05E91-C44C-42A8-80ED-4D38ACCE2A14}" type="parTrans" cxnId="{F9081103-BD89-4C92-BD7C-6C9D8D82BD62}">
      <dgm:prSet/>
      <dgm:spPr/>
      <dgm:t>
        <a:bodyPr/>
        <a:lstStyle/>
        <a:p>
          <a:endParaRPr lang="en-US"/>
        </a:p>
      </dgm:t>
    </dgm:pt>
    <dgm:pt modelId="{C8997F8F-0097-4C42-81D0-ED288E43C35C}" type="sibTrans" cxnId="{F9081103-BD89-4C92-BD7C-6C9D8D82BD62}">
      <dgm:prSet/>
      <dgm:spPr/>
      <dgm:t>
        <a:bodyPr/>
        <a:lstStyle/>
        <a:p>
          <a:endParaRPr lang="en-US"/>
        </a:p>
      </dgm:t>
    </dgm:pt>
    <dgm:pt modelId="{98347199-2A4B-4BCA-81DE-6897E8B20F28}">
      <dgm:prSet/>
      <dgm:spPr/>
      <dgm:t>
        <a:bodyPr/>
        <a:lstStyle/>
        <a:p>
          <a:r>
            <a:rPr lang="en-US"/>
            <a:t>total_biaya ← total_bahan + total_tenaga + total_overhead</a:t>
          </a:r>
        </a:p>
      </dgm:t>
    </dgm:pt>
    <dgm:pt modelId="{A78DEBA7-18DB-41C3-BEC8-C37864093F10}" type="parTrans" cxnId="{6ED9BAB9-978E-49D3-B251-7628C486E4A9}">
      <dgm:prSet/>
      <dgm:spPr/>
      <dgm:t>
        <a:bodyPr/>
        <a:lstStyle/>
        <a:p>
          <a:endParaRPr lang="en-US"/>
        </a:p>
      </dgm:t>
    </dgm:pt>
    <dgm:pt modelId="{769158DF-E52C-434C-8C2F-653A66840E80}" type="sibTrans" cxnId="{6ED9BAB9-978E-49D3-B251-7628C486E4A9}">
      <dgm:prSet/>
      <dgm:spPr/>
      <dgm:t>
        <a:bodyPr/>
        <a:lstStyle/>
        <a:p>
          <a:endParaRPr lang="en-US"/>
        </a:p>
      </dgm:t>
    </dgm:pt>
    <dgm:pt modelId="{60BF9376-14D5-4D3A-AD23-01A59280B7E7}">
      <dgm:prSet/>
      <dgm:spPr/>
      <dgm:t>
        <a:bodyPr/>
        <a:lstStyle/>
        <a:p>
          <a:r>
            <a:rPr lang="en-US"/>
            <a:t>biaya_per_unit ← total_biaya / jumlah_produksi</a:t>
          </a:r>
        </a:p>
      </dgm:t>
    </dgm:pt>
    <dgm:pt modelId="{C46D9CFA-6B9F-45AB-A442-9DEE6358343E}" type="parTrans" cxnId="{D4029C7F-BA02-4E22-A5F8-B6F8610625AF}">
      <dgm:prSet/>
      <dgm:spPr/>
      <dgm:t>
        <a:bodyPr/>
        <a:lstStyle/>
        <a:p>
          <a:endParaRPr lang="en-US"/>
        </a:p>
      </dgm:t>
    </dgm:pt>
    <dgm:pt modelId="{5F1CE8CD-41C7-4690-ADB8-3D57793548D2}" type="sibTrans" cxnId="{D4029C7F-BA02-4E22-A5F8-B6F8610625AF}">
      <dgm:prSet/>
      <dgm:spPr/>
      <dgm:t>
        <a:bodyPr/>
        <a:lstStyle/>
        <a:p>
          <a:endParaRPr lang="en-US"/>
        </a:p>
      </dgm:t>
    </dgm:pt>
    <dgm:pt modelId="{92D39A72-87CF-4A89-8414-0DDC13A3AD52}">
      <dgm:prSet/>
      <dgm:spPr/>
      <dgm:t>
        <a:bodyPr/>
        <a:lstStyle/>
        <a:p>
          <a:r>
            <a:rPr lang="en-US"/>
            <a:t>harga_jual ← biaya_per_unit + (biaya_per_unit * markup / 100)</a:t>
          </a:r>
        </a:p>
      </dgm:t>
    </dgm:pt>
    <dgm:pt modelId="{DF591381-3ECB-45D8-A42F-5D79C041A22C}" type="parTrans" cxnId="{28AE1EDA-1509-4073-85F0-E7DFDA430EE2}">
      <dgm:prSet/>
      <dgm:spPr/>
      <dgm:t>
        <a:bodyPr/>
        <a:lstStyle/>
        <a:p>
          <a:endParaRPr lang="en-US"/>
        </a:p>
      </dgm:t>
    </dgm:pt>
    <dgm:pt modelId="{4E427D0C-46E3-45C1-9E25-9CDC1AEE2E1F}" type="sibTrans" cxnId="{28AE1EDA-1509-4073-85F0-E7DFDA430EE2}">
      <dgm:prSet/>
      <dgm:spPr/>
      <dgm:t>
        <a:bodyPr/>
        <a:lstStyle/>
        <a:p>
          <a:endParaRPr lang="en-US"/>
        </a:p>
      </dgm:t>
    </dgm:pt>
    <dgm:pt modelId="{5AA0A4AF-8180-400E-9F04-F1F8D4290236}">
      <dgm:prSet/>
      <dgm:spPr/>
      <dgm:t>
        <a:bodyPr/>
        <a:lstStyle/>
        <a:p>
          <a:r>
            <a:rPr lang="en-US"/>
            <a:t>total_pendapatan ← harga_jual * jumlah_produksi</a:t>
          </a:r>
        </a:p>
      </dgm:t>
    </dgm:pt>
    <dgm:pt modelId="{813E22FD-7D78-42A8-9311-5CDA7ED9802E}" type="parTrans" cxnId="{F0552013-5F6C-4D86-BCE0-ACEB60F77911}">
      <dgm:prSet/>
      <dgm:spPr/>
      <dgm:t>
        <a:bodyPr/>
        <a:lstStyle/>
        <a:p>
          <a:endParaRPr lang="en-US"/>
        </a:p>
      </dgm:t>
    </dgm:pt>
    <dgm:pt modelId="{7C811F0E-883E-4191-BAAC-DB3E4350B639}" type="sibTrans" cxnId="{F0552013-5F6C-4D86-BCE0-ACEB60F77911}">
      <dgm:prSet/>
      <dgm:spPr/>
      <dgm:t>
        <a:bodyPr/>
        <a:lstStyle/>
        <a:p>
          <a:endParaRPr lang="en-US"/>
        </a:p>
      </dgm:t>
    </dgm:pt>
    <dgm:pt modelId="{2D8A29F8-BACC-4DAF-881C-030D1C661300}">
      <dgm:prSet/>
      <dgm:spPr/>
      <dgm:t>
        <a:bodyPr/>
        <a:lstStyle/>
        <a:p>
          <a:r>
            <a:rPr lang="en-US"/>
            <a:t>laba_kotor ← total_pendapatan - total_biaya</a:t>
          </a:r>
        </a:p>
      </dgm:t>
    </dgm:pt>
    <dgm:pt modelId="{60FF5305-9B39-4B38-9F96-3A2473C5B59E}" type="parTrans" cxnId="{CCE76E6D-1379-4191-8A28-7321A7E9AE20}">
      <dgm:prSet/>
      <dgm:spPr/>
      <dgm:t>
        <a:bodyPr/>
        <a:lstStyle/>
        <a:p>
          <a:endParaRPr lang="en-US"/>
        </a:p>
      </dgm:t>
    </dgm:pt>
    <dgm:pt modelId="{851B7EB6-137B-40DE-900E-C9F4349B58F5}" type="sibTrans" cxnId="{CCE76E6D-1379-4191-8A28-7321A7E9AE20}">
      <dgm:prSet/>
      <dgm:spPr/>
      <dgm:t>
        <a:bodyPr/>
        <a:lstStyle/>
        <a:p>
          <a:endParaRPr lang="en-US"/>
        </a:p>
      </dgm:t>
    </dgm:pt>
    <dgm:pt modelId="{FAFB0C42-1C9E-41FC-830E-B0799F585A96}">
      <dgm:prSet/>
      <dgm:spPr/>
      <dgm:t>
        <a:bodyPr/>
        <a:lstStyle/>
        <a:p>
          <a:r>
            <a:rPr lang="en-US"/>
            <a:t>PRINT total_bahan</a:t>
          </a:r>
        </a:p>
      </dgm:t>
    </dgm:pt>
    <dgm:pt modelId="{4A0C70E0-8204-46BB-9043-A375DD7ADACF}" type="parTrans" cxnId="{1ABB82B5-8DC9-4C1D-B6BD-563215CDB2F8}">
      <dgm:prSet/>
      <dgm:spPr/>
      <dgm:t>
        <a:bodyPr/>
        <a:lstStyle/>
        <a:p>
          <a:endParaRPr lang="en-US"/>
        </a:p>
      </dgm:t>
    </dgm:pt>
    <dgm:pt modelId="{D7BD44D3-6F40-4F54-ABF7-101AC3F6BA15}" type="sibTrans" cxnId="{1ABB82B5-8DC9-4C1D-B6BD-563215CDB2F8}">
      <dgm:prSet/>
      <dgm:spPr/>
      <dgm:t>
        <a:bodyPr/>
        <a:lstStyle/>
        <a:p>
          <a:endParaRPr lang="en-US"/>
        </a:p>
      </dgm:t>
    </dgm:pt>
    <dgm:pt modelId="{146B2370-E858-4E8F-9589-DCFB0E8D2799}">
      <dgm:prSet/>
      <dgm:spPr/>
      <dgm:t>
        <a:bodyPr/>
        <a:lstStyle/>
        <a:p>
          <a:r>
            <a:rPr lang="en-US"/>
            <a:t>PRINT total_tenaga</a:t>
          </a:r>
        </a:p>
      </dgm:t>
    </dgm:pt>
    <dgm:pt modelId="{957896A9-93D8-431B-AECE-175A29FB024D}" type="parTrans" cxnId="{1E1CBE7D-EEB0-4056-9D5B-DC9129DAE038}">
      <dgm:prSet/>
      <dgm:spPr/>
      <dgm:t>
        <a:bodyPr/>
        <a:lstStyle/>
        <a:p>
          <a:endParaRPr lang="en-US"/>
        </a:p>
      </dgm:t>
    </dgm:pt>
    <dgm:pt modelId="{452876FA-A86A-4167-8FC4-0AE65676C70A}" type="sibTrans" cxnId="{1E1CBE7D-EEB0-4056-9D5B-DC9129DAE038}">
      <dgm:prSet/>
      <dgm:spPr/>
      <dgm:t>
        <a:bodyPr/>
        <a:lstStyle/>
        <a:p>
          <a:endParaRPr lang="en-US"/>
        </a:p>
      </dgm:t>
    </dgm:pt>
    <dgm:pt modelId="{B98A8128-B7A8-47D3-933D-212CED94F9DE}">
      <dgm:prSet/>
      <dgm:spPr/>
      <dgm:t>
        <a:bodyPr/>
        <a:lstStyle/>
        <a:p>
          <a:r>
            <a:rPr lang="en-US"/>
            <a:t>PRINT total_overhead</a:t>
          </a:r>
        </a:p>
      </dgm:t>
    </dgm:pt>
    <dgm:pt modelId="{64DDCC3C-DF68-47F3-AB80-DE0DD6F6F401}" type="parTrans" cxnId="{94D34F8F-12D5-4B52-A7C4-1503F5CCE7A7}">
      <dgm:prSet/>
      <dgm:spPr/>
      <dgm:t>
        <a:bodyPr/>
        <a:lstStyle/>
        <a:p>
          <a:endParaRPr lang="en-US"/>
        </a:p>
      </dgm:t>
    </dgm:pt>
    <dgm:pt modelId="{32EAC3CE-BD9C-4EE5-9A6C-04F60E8C8DC6}" type="sibTrans" cxnId="{94D34F8F-12D5-4B52-A7C4-1503F5CCE7A7}">
      <dgm:prSet/>
      <dgm:spPr/>
      <dgm:t>
        <a:bodyPr/>
        <a:lstStyle/>
        <a:p>
          <a:endParaRPr lang="en-US"/>
        </a:p>
      </dgm:t>
    </dgm:pt>
    <dgm:pt modelId="{6B0F1309-41E6-4DA9-B74C-2D689DE049AD}">
      <dgm:prSet/>
      <dgm:spPr/>
      <dgm:t>
        <a:bodyPr/>
        <a:lstStyle/>
        <a:p>
          <a:r>
            <a:rPr lang="en-US"/>
            <a:t>PRINT total_biaya</a:t>
          </a:r>
        </a:p>
      </dgm:t>
    </dgm:pt>
    <dgm:pt modelId="{8B05459E-5B6B-4127-95B5-555E45B32E44}" type="parTrans" cxnId="{0E591BF1-9B37-427E-9272-0591F19DBF2D}">
      <dgm:prSet/>
      <dgm:spPr/>
      <dgm:t>
        <a:bodyPr/>
        <a:lstStyle/>
        <a:p>
          <a:endParaRPr lang="en-US"/>
        </a:p>
      </dgm:t>
    </dgm:pt>
    <dgm:pt modelId="{71CCD889-4F6D-4CC9-BEB3-A0BD0248EB24}" type="sibTrans" cxnId="{0E591BF1-9B37-427E-9272-0591F19DBF2D}">
      <dgm:prSet/>
      <dgm:spPr/>
      <dgm:t>
        <a:bodyPr/>
        <a:lstStyle/>
        <a:p>
          <a:endParaRPr lang="en-US"/>
        </a:p>
      </dgm:t>
    </dgm:pt>
    <dgm:pt modelId="{CD57AF95-CAFC-421A-A96A-0BEFCBE3AB6D}">
      <dgm:prSet/>
      <dgm:spPr/>
      <dgm:t>
        <a:bodyPr/>
        <a:lstStyle/>
        <a:p>
          <a:r>
            <a:rPr lang="en-US"/>
            <a:t>PRINT harga_jual</a:t>
          </a:r>
        </a:p>
      </dgm:t>
    </dgm:pt>
    <dgm:pt modelId="{6E1C4AB3-7BD9-473F-BBFA-2E2C3E43A029}" type="parTrans" cxnId="{0D35A1A6-0333-4082-A5BA-8EE578D0CF75}">
      <dgm:prSet/>
      <dgm:spPr/>
      <dgm:t>
        <a:bodyPr/>
        <a:lstStyle/>
        <a:p>
          <a:endParaRPr lang="en-US"/>
        </a:p>
      </dgm:t>
    </dgm:pt>
    <dgm:pt modelId="{34F560AA-74BC-4F5D-BE37-C27A73A042CD}" type="sibTrans" cxnId="{0D35A1A6-0333-4082-A5BA-8EE578D0CF75}">
      <dgm:prSet/>
      <dgm:spPr/>
      <dgm:t>
        <a:bodyPr/>
        <a:lstStyle/>
        <a:p>
          <a:endParaRPr lang="en-US"/>
        </a:p>
      </dgm:t>
    </dgm:pt>
    <dgm:pt modelId="{62E36EC7-5AB6-4B43-BB14-A5F89D04931C}">
      <dgm:prSet/>
      <dgm:spPr/>
      <dgm:t>
        <a:bodyPr/>
        <a:lstStyle/>
        <a:p>
          <a:r>
            <a:rPr lang="en-US"/>
            <a:t>PRINT total_pendapatan</a:t>
          </a:r>
        </a:p>
      </dgm:t>
    </dgm:pt>
    <dgm:pt modelId="{B650B962-7734-4BBF-9FFF-1A45314FF552}" type="parTrans" cxnId="{AC9DDFF2-AB9F-49EB-B2EA-F8533964AD14}">
      <dgm:prSet/>
      <dgm:spPr/>
      <dgm:t>
        <a:bodyPr/>
        <a:lstStyle/>
        <a:p>
          <a:endParaRPr lang="en-US"/>
        </a:p>
      </dgm:t>
    </dgm:pt>
    <dgm:pt modelId="{73D2ED75-0506-4005-9459-4BCF1BBAA176}" type="sibTrans" cxnId="{AC9DDFF2-AB9F-49EB-B2EA-F8533964AD14}">
      <dgm:prSet/>
      <dgm:spPr/>
      <dgm:t>
        <a:bodyPr/>
        <a:lstStyle/>
        <a:p>
          <a:endParaRPr lang="en-US"/>
        </a:p>
      </dgm:t>
    </dgm:pt>
    <dgm:pt modelId="{6F9D43AB-18D8-4E27-8DDD-9A21DCCF94DC}">
      <dgm:prSet/>
      <dgm:spPr/>
      <dgm:t>
        <a:bodyPr/>
        <a:lstStyle/>
        <a:p>
          <a:r>
            <a:rPr lang="en-US"/>
            <a:t>PRINT laba_kotor</a:t>
          </a:r>
        </a:p>
      </dgm:t>
    </dgm:pt>
    <dgm:pt modelId="{043B9D19-4D24-43AD-93CD-C8C1C5507CAD}" type="parTrans" cxnId="{B655656B-DF6B-444E-A6A3-D3DB507DBC7D}">
      <dgm:prSet/>
      <dgm:spPr/>
      <dgm:t>
        <a:bodyPr/>
        <a:lstStyle/>
        <a:p>
          <a:endParaRPr lang="en-US"/>
        </a:p>
      </dgm:t>
    </dgm:pt>
    <dgm:pt modelId="{DC8285FA-8360-42E1-B71A-CE15123CD6A1}" type="sibTrans" cxnId="{B655656B-DF6B-444E-A6A3-D3DB507DBC7D}">
      <dgm:prSet/>
      <dgm:spPr/>
      <dgm:t>
        <a:bodyPr/>
        <a:lstStyle/>
        <a:p>
          <a:endParaRPr lang="en-US"/>
        </a:p>
      </dgm:t>
    </dgm:pt>
    <dgm:pt modelId="{A933ACC9-E6FC-473B-B199-F8588B07E31A}">
      <dgm:prSet/>
      <dgm:spPr/>
      <dgm:t>
        <a:bodyPr/>
        <a:lstStyle/>
        <a:p>
          <a:r>
            <a:rPr lang="en-US"/>
            <a:t>END</a:t>
          </a:r>
        </a:p>
      </dgm:t>
    </dgm:pt>
    <dgm:pt modelId="{AB8647D3-8718-4D0C-BDB9-000CD30A3656}" type="parTrans" cxnId="{ED2225CC-5EE3-434D-A18D-40A0DEF90CB1}">
      <dgm:prSet/>
      <dgm:spPr/>
      <dgm:t>
        <a:bodyPr/>
        <a:lstStyle/>
        <a:p>
          <a:endParaRPr lang="en-US"/>
        </a:p>
      </dgm:t>
    </dgm:pt>
    <dgm:pt modelId="{941D362A-4523-4991-B463-AC57F94DCBE4}" type="sibTrans" cxnId="{ED2225CC-5EE3-434D-A18D-40A0DEF90CB1}">
      <dgm:prSet/>
      <dgm:spPr/>
      <dgm:t>
        <a:bodyPr/>
        <a:lstStyle/>
        <a:p>
          <a:endParaRPr lang="en-US"/>
        </a:p>
      </dgm:t>
    </dgm:pt>
    <dgm:pt modelId="{0BBA6066-5B49-48A8-90AF-250E478363D8}" type="pres">
      <dgm:prSet presAssocID="{35277558-94B0-404C-8468-432E7AC3AB93}" presName="vert0" presStyleCnt="0">
        <dgm:presLayoutVars>
          <dgm:dir/>
          <dgm:animOne val="branch"/>
          <dgm:animLvl val="lvl"/>
        </dgm:presLayoutVars>
      </dgm:prSet>
      <dgm:spPr/>
    </dgm:pt>
    <dgm:pt modelId="{71A57DF5-F399-4A05-AB19-6D7F317F85E8}" type="pres">
      <dgm:prSet presAssocID="{02B23406-6841-4F02-BFC7-0EA7045DD620}" presName="thickLine" presStyleLbl="alignNode1" presStyleIdx="0" presStyleCnt="22"/>
      <dgm:spPr/>
    </dgm:pt>
    <dgm:pt modelId="{878A147F-0AEF-4F5C-8E1B-E0992B625355}" type="pres">
      <dgm:prSet presAssocID="{02B23406-6841-4F02-BFC7-0EA7045DD620}" presName="horz1" presStyleCnt="0"/>
      <dgm:spPr/>
    </dgm:pt>
    <dgm:pt modelId="{8BB9183B-88FC-44E2-A45D-7AF66DEFD269}" type="pres">
      <dgm:prSet presAssocID="{02B23406-6841-4F02-BFC7-0EA7045DD620}" presName="tx1" presStyleLbl="revTx" presStyleIdx="0" presStyleCnt="22"/>
      <dgm:spPr/>
    </dgm:pt>
    <dgm:pt modelId="{AC6FC640-6ABB-4AA9-BCF4-8935AA38EAB9}" type="pres">
      <dgm:prSet presAssocID="{02B23406-6841-4F02-BFC7-0EA7045DD620}" presName="vert1" presStyleCnt="0"/>
      <dgm:spPr/>
    </dgm:pt>
    <dgm:pt modelId="{9084A016-E134-4914-8BB9-9AF8CE80B6DC}" type="pres">
      <dgm:prSet presAssocID="{67D2C267-9273-420F-9BC2-B13236B2018A}" presName="thickLine" presStyleLbl="alignNode1" presStyleIdx="1" presStyleCnt="22"/>
      <dgm:spPr/>
    </dgm:pt>
    <dgm:pt modelId="{239373AA-1DEC-4C6A-B239-EA722CCE3ED9}" type="pres">
      <dgm:prSet presAssocID="{67D2C267-9273-420F-9BC2-B13236B2018A}" presName="horz1" presStyleCnt="0"/>
      <dgm:spPr/>
    </dgm:pt>
    <dgm:pt modelId="{CEA6E72D-EEB7-4E46-A6F2-FF228FD8297C}" type="pres">
      <dgm:prSet presAssocID="{67D2C267-9273-420F-9BC2-B13236B2018A}" presName="tx1" presStyleLbl="revTx" presStyleIdx="1" presStyleCnt="22"/>
      <dgm:spPr/>
    </dgm:pt>
    <dgm:pt modelId="{53ED475C-C6C5-4557-8B98-566A06A79838}" type="pres">
      <dgm:prSet presAssocID="{67D2C267-9273-420F-9BC2-B13236B2018A}" presName="vert1" presStyleCnt="0"/>
      <dgm:spPr/>
    </dgm:pt>
    <dgm:pt modelId="{1048CC90-E72C-4F56-8F80-18B7D52A8003}" type="pres">
      <dgm:prSet presAssocID="{52CDF5FF-7868-4E65-8DB9-155C818C2166}" presName="thickLine" presStyleLbl="alignNode1" presStyleIdx="2" presStyleCnt="22"/>
      <dgm:spPr/>
    </dgm:pt>
    <dgm:pt modelId="{C5B55895-9A3C-476E-B61A-E3A5BE58A6C3}" type="pres">
      <dgm:prSet presAssocID="{52CDF5FF-7868-4E65-8DB9-155C818C2166}" presName="horz1" presStyleCnt="0"/>
      <dgm:spPr/>
    </dgm:pt>
    <dgm:pt modelId="{1A5985A4-7680-43AE-B1F0-DDB53E71EC14}" type="pres">
      <dgm:prSet presAssocID="{52CDF5FF-7868-4E65-8DB9-155C818C2166}" presName="tx1" presStyleLbl="revTx" presStyleIdx="2" presStyleCnt="22"/>
      <dgm:spPr/>
    </dgm:pt>
    <dgm:pt modelId="{693C7886-094F-4656-BFC6-D6B9EB7A03D0}" type="pres">
      <dgm:prSet presAssocID="{52CDF5FF-7868-4E65-8DB9-155C818C2166}" presName="vert1" presStyleCnt="0"/>
      <dgm:spPr/>
    </dgm:pt>
    <dgm:pt modelId="{097FAC01-A24D-4309-B821-4E6F0C796F59}" type="pres">
      <dgm:prSet presAssocID="{01490DED-C4E0-483E-AA79-AEEF651EB9B7}" presName="thickLine" presStyleLbl="alignNode1" presStyleIdx="3" presStyleCnt="22"/>
      <dgm:spPr/>
    </dgm:pt>
    <dgm:pt modelId="{BC420404-24D0-40B5-A46E-403ABD54F241}" type="pres">
      <dgm:prSet presAssocID="{01490DED-C4E0-483E-AA79-AEEF651EB9B7}" presName="horz1" presStyleCnt="0"/>
      <dgm:spPr/>
    </dgm:pt>
    <dgm:pt modelId="{6EBEB2DE-4520-4EF1-94A8-974091159247}" type="pres">
      <dgm:prSet presAssocID="{01490DED-C4E0-483E-AA79-AEEF651EB9B7}" presName="tx1" presStyleLbl="revTx" presStyleIdx="3" presStyleCnt="22"/>
      <dgm:spPr/>
    </dgm:pt>
    <dgm:pt modelId="{9B7B983F-7FBB-4060-94E6-119DEF1966F0}" type="pres">
      <dgm:prSet presAssocID="{01490DED-C4E0-483E-AA79-AEEF651EB9B7}" presName="vert1" presStyleCnt="0"/>
      <dgm:spPr/>
    </dgm:pt>
    <dgm:pt modelId="{A5327EB8-0E0F-4F6C-A491-477973E8B079}" type="pres">
      <dgm:prSet presAssocID="{0FCACB3D-757E-4D1A-B129-5173C5A2CCF0}" presName="thickLine" presStyleLbl="alignNode1" presStyleIdx="4" presStyleCnt="22"/>
      <dgm:spPr/>
    </dgm:pt>
    <dgm:pt modelId="{ED7B752F-37E4-48D9-BFCA-8BC6223F9AD0}" type="pres">
      <dgm:prSet presAssocID="{0FCACB3D-757E-4D1A-B129-5173C5A2CCF0}" presName="horz1" presStyleCnt="0"/>
      <dgm:spPr/>
    </dgm:pt>
    <dgm:pt modelId="{BC759A59-8704-4FD9-B948-4C3604952A56}" type="pres">
      <dgm:prSet presAssocID="{0FCACB3D-757E-4D1A-B129-5173C5A2CCF0}" presName="tx1" presStyleLbl="revTx" presStyleIdx="4" presStyleCnt="22"/>
      <dgm:spPr/>
    </dgm:pt>
    <dgm:pt modelId="{D7B23452-C8C4-46DC-B9BF-D2F6FD83EFD0}" type="pres">
      <dgm:prSet presAssocID="{0FCACB3D-757E-4D1A-B129-5173C5A2CCF0}" presName="vert1" presStyleCnt="0"/>
      <dgm:spPr/>
    </dgm:pt>
    <dgm:pt modelId="{76924650-2398-411F-B9EE-E8182778F140}" type="pres">
      <dgm:prSet presAssocID="{7648A22E-8181-438F-8A02-990D6F04690F}" presName="thickLine" presStyleLbl="alignNode1" presStyleIdx="5" presStyleCnt="22"/>
      <dgm:spPr/>
    </dgm:pt>
    <dgm:pt modelId="{BC1BED9A-0B55-4D75-B69E-E6624C6BB3BF}" type="pres">
      <dgm:prSet presAssocID="{7648A22E-8181-438F-8A02-990D6F04690F}" presName="horz1" presStyleCnt="0"/>
      <dgm:spPr/>
    </dgm:pt>
    <dgm:pt modelId="{27104ACE-E34F-4F8D-A16E-216AD10B2788}" type="pres">
      <dgm:prSet presAssocID="{7648A22E-8181-438F-8A02-990D6F04690F}" presName="tx1" presStyleLbl="revTx" presStyleIdx="5" presStyleCnt="22"/>
      <dgm:spPr/>
    </dgm:pt>
    <dgm:pt modelId="{AC7C5092-7D0C-4339-B966-F5CAACDB9374}" type="pres">
      <dgm:prSet presAssocID="{7648A22E-8181-438F-8A02-990D6F04690F}" presName="vert1" presStyleCnt="0"/>
      <dgm:spPr/>
    </dgm:pt>
    <dgm:pt modelId="{C20F4C45-7A5B-46E3-B05B-7CAC6664B380}" type="pres">
      <dgm:prSet presAssocID="{31637D7F-3CA8-40FA-8CFD-C6DC421D29BC}" presName="thickLine" presStyleLbl="alignNode1" presStyleIdx="6" presStyleCnt="22"/>
      <dgm:spPr/>
    </dgm:pt>
    <dgm:pt modelId="{CF4CF83E-F71E-4537-8AEA-C5A62AB9E706}" type="pres">
      <dgm:prSet presAssocID="{31637D7F-3CA8-40FA-8CFD-C6DC421D29BC}" presName="horz1" presStyleCnt="0"/>
      <dgm:spPr/>
    </dgm:pt>
    <dgm:pt modelId="{EFDD1DA8-8D2F-455A-A02F-2308694D4302}" type="pres">
      <dgm:prSet presAssocID="{31637D7F-3CA8-40FA-8CFD-C6DC421D29BC}" presName="tx1" presStyleLbl="revTx" presStyleIdx="6" presStyleCnt="22"/>
      <dgm:spPr/>
    </dgm:pt>
    <dgm:pt modelId="{AB331BA6-802F-4EDA-962E-7BC256A0CADE}" type="pres">
      <dgm:prSet presAssocID="{31637D7F-3CA8-40FA-8CFD-C6DC421D29BC}" presName="vert1" presStyleCnt="0"/>
      <dgm:spPr/>
    </dgm:pt>
    <dgm:pt modelId="{253FF6A9-78C2-4B02-9131-F0130A5AAD6B}" type="pres">
      <dgm:prSet presAssocID="{09AA95E6-7BD1-4C50-83CD-010358F9F300}" presName="thickLine" presStyleLbl="alignNode1" presStyleIdx="7" presStyleCnt="22"/>
      <dgm:spPr/>
    </dgm:pt>
    <dgm:pt modelId="{F8D4BC33-1D78-4BD6-8268-6E5B8E54D469}" type="pres">
      <dgm:prSet presAssocID="{09AA95E6-7BD1-4C50-83CD-010358F9F300}" presName="horz1" presStyleCnt="0"/>
      <dgm:spPr/>
    </dgm:pt>
    <dgm:pt modelId="{0215D2E7-4C24-4833-8D0E-21086F20E26D}" type="pres">
      <dgm:prSet presAssocID="{09AA95E6-7BD1-4C50-83CD-010358F9F300}" presName="tx1" presStyleLbl="revTx" presStyleIdx="7" presStyleCnt="22"/>
      <dgm:spPr/>
    </dgm:pt>
    <dgm:pt modelId="{7E338413-8D84-4B01-B1D6-4DB70CA273EB}" type="pres">
      <dgm:prSet presAssocID="{09AA95E6-7BD1-4C50-83CD-010358F9F300}" presName="vert1" presStyleCnt="0"/>
      <dgm:spPr/>
    </dgm:pt>
    <dgm:pt modelId="{510D4B8C-E76C-4E0B-8E25-1D198AAB0C27}" type="pres">
      <dgm:prSet presAssocID="{FDFABE2C-B3E4-465B-8779-A04FE1037A48}" presName="thickLine" presStyleLbl="alignNode1" presStyleIdx="8" presStyleCnt="22"/>
      <dgm:spPr/>
    </dgm:pt>
    <dgm:pt modelId="{20185EAE-65F7-45B1-B393-14C3E2DD278A}" type="pres">
      <dgm:prSet presAssocID="{FDFABE2C-B3E4-465B-8779-A04FE1037A48}" presName="horz1" presStyleCnt="0"/>
      <dgm:spPr/>
    </dgm:pt>
    <dgm:pt modelId="{CA38263A-AE62-4579-942C-928BA23A6D24}" type="pres">
      <dgm:prSet presAssocID="{FDFABE2C-B3E4-465B-8779-A04FE1037A48}" presName="tx1" presStyleLbl="revTx" presStyleIdx="8" presStyleCnt="22"/>
      <dgm:spPr/>
    </dgm:pt>
    <dgm:pt modelId="{BB95410F-C472-4050-9190-217381C561D3}" type="pres">
      <dgm:prSet presAssocID="{FDFABE2C-B3E4-465B-8779-A04FE1037A48}" presName="vert1" presStyleCnt="0"/>
      <dgm:spPr/>
    </dgm:pt>
    <dgm:pt modelId="{DFC31C0B-AD90-42F2-8B49-5211D42BF820}" type="pres">
      <dgm:prSet presAssocID="{98347199-2A4B-4BCA-81DE-6897E8B20F28}" presName="thickLine" presStyleLbl="alignNode1" presStyleIdx="9" presStyleCnt="22"/>
      <dgm:spPr/>
    </dgm:pt>
    <dgm:pt modelId="{16F88FAB-A91A-4ECA-8ACF-232D51A65B4E}" type="pres">
      <dgm:prSet presAssocID="{98347199-2A4B-4BCA-81DE-6897E8B20F28}" presName="horz1" presStyleCnt="0"/>
      <dgm:spPr/>
    </dgm:pt>
    <dgm:pt modelId="{569F0536-7E7A-44C2-936E-91100DED7C5E}" type="pres">
      <dgm:prSet presAssocID="{98347199-2A4B-4BCA-81DE-6897E8B20F28}" presName="tx1" presStyleLbl="revTx" presStyleIdx="9" presStyleCnt="22"/>
      <dgm:spPr/>
    </dgm:pt>
    <dgm:pt modelId="{D61F4829-F8DC-42B8-8031-24620E64A932}" type="pres">
      <dgm:prSet presAssocID="{98347199-2A4B-4BCA-81DE-6897E8B20F28}" presName="vert1" presStyleCnt="0"/>
      <dgm:spPr/>
    </dgm:pt>
    <dgm:pt modelId="{665DCD53-E122-475A-A76E-E1E447D36C05}" type="pres">
      <dgm:prSet presAssocID="{60BF9376-14D5-4D3A-AD23-01A59280B7E7}" presName="thickLine" presStyleLbl="alignNode1" presStyleIdx="10" presStyleCnt="22"/>
      <dgm:spPr/>
    </dgm:pt>
    <dgm:pt modelId="{C41640A0-A583-488C-B710-4A329D5C52ED}" type="pres">
      <dgm:prSet presAssocID="{60BF9376-14D5-4D3A-AD23-01A59280B7E7}" presName="horz1" presStyleCnt="0"/>
      <dgm:spPr/>
    </dgm:pt>
    <dgm:pt modelId="{1B080BC9-21C5-4226-933B-A8AE60AA3ED8}" type="pres">
      <dgm:prSet presAssocID="{60BF9376-14D5-4D3A-AD23-01A59280B7E7}" presName="tx1" presStyleLbl="revTx" presStyleIdx="10" presStyleCnt="22"/>
      <dgm:spPr/>
    </dgm:pt>
    <dgm:pt modelId="{C436E26E-09A4-4C89-B154-E2DBCF8E7BE9}" type="pres">
      <dgm:prSet presAssocID="{60BF9376-14D5-4D3A-AD23-01A59280B7E7}" presName="vert1" presStyleCnt="0"/>
      <dgm:spPr/>
    </dgm:pt>
    <dgm:pt modelId="{EC8201D2-BC04-4E90-A5B2-F869437F6091}" type="pres">
      <dgm:prSet presAssocID="{92D39A72-87CF-4A89-8414-0DDC13A3AD52}" presName="thickLine" presStyleLbl="alignNode1" presStyleIdx="11" presStyleCnt="22"/>
      <dgm:spPr/>
    </dgm:pt>
    <dgm:pt modelId="{D2DD2662-29B6-4CED-BA88-089A4CA0A12E}" type="pres">
      <dgm:prSet presAssocID="{92D39A72-87CF-4A89-8414-0DDC13A3AD52}" presName="horz1" presStyleCnt="0"/>
      <dgm:spPr/>
    </dgm:pt>
    <dgm:pt modelId="{41251F90-E11B-4DBD-B5B6-B7EFE9F8784F}" type="pres">
      <dgm:prSet presAssocID="{92D39A72-87CF-4A89-8414-0DDC13A3AD52}" presName="tx1" presStyleLbl="revTx" presStyleIdx="11" presStyleCnt="22"/>
      <dgm:spPr/>
    </dgm:pt>
    <dgm:pt modelId="{41AB0EA3-5122-47F2-9989-397B0BF67ACD}" type="pres">
      <dgm:prSet presAssocID="{92D39A72-87CF-4A89-8414-0DDC13A3AD52}" presName="vert1" presStyleCnt="0"/>
      <dgm:spPr/>
    </dgm:pt>
    <dgm:pt modelId="{E1039FCF-D7C5-40A6-A8AB-97833016287A}" type="pres">
      <dgm:prSet presAssocID="{5AA0A4AF-8180-400E-9F04-F1F8D4290236}" presName="thickLine" presStyleLbl="alignNode1" presStyleIdx="12" presStyleCnt="22"/>
      <dgm:spPr/>
    </dgm:pt>
    <dgm:pt modelId="{2005CE16-B2D3-4699-A5FB-F3101FD46AD1}" type="pres">
      <dgm:prSet presAssocID="{5AA0A4AF-8180-400E-9F04-F1F8D4290236}" presName="horz1" presStyleCnt="0"/>
      <dgm:spPr/>
    </dgm:pt>
    <dgm:pt modelId="{BAB382EC-61EB-43A4-9519-E83ED3760F3F}" type="pres">
      <dgm:prSet presAssocID="{5AA0A4AF-8180-400E-9F04-F1F8D4290236}" presName="tx1" presStyleLbl="revTx" presStyleIdx="12" presStyleCnt="22"/>
      <dgm:spPr/>
    </dgm:pt>
    <dgm:pt modelId="{30B001E2-62EC-4E18-97AF-8F97624CFF05}" type="pres">
      <dgm:prSet presAssocID="{5AA0A4AF-8180-400E-9F04-F1F8D4290236}" presName="vert1" presStyleCnt="0"/>
      <dgm:spPr/>
    </dgm:pt>
    <dgm:pt modelId="{575F7878-1866-4F90-9497-D5047F6C9EAF}" type="pres">
      <dgm:prSet presAssocID="{2D8A29F8-BACC-4DAF-881C-030D1C661300}" presName="thickLine" presStyleLbl="alignNode1" presStyleIdx="13" presStyleCnt="22"/>
      <dgm:spPr/>
    </dgm:pt>
    <dgm:pt modelId="{3D622887-452F-4DE6-893C-643E04AFAE55}" type="pres">
      <dgm:prSet presAssocID="{2D8A29F8-BACC-4DAF-881C-030D1C661300}" presName="horz1" presStyleCnt="0"/>
      <dgm:spPr/>
    </dgm:pt>
    <dgm:pt modelId="{F90E813D-919B-47B2-A8D4-6EB4E2399570}" type="pres">
      <dgm:prSet presAssocID="{2D8A29F8-BACC-4DAF-881C-030D1C661300}" presName="tx1" presStyleLbl="revTx" presStyleIdx="13" presStyleCnt="22"/>
      <dgm:spPr/>
    </dgm:pt>
    <dgm:pt modelId="{9794EFA1-5CC8-4B31-87D1-97BD341A8D31}" type="pres">
      <dgm:prSet presAssocID="{2D8A29F8-BACC-4DAF-881C-030D1C661300}" presName="vert1" presStyleCnt="0"/>
      <dgm:spPr/>
    </dgm:pt>
    <dgm:pt modelId="{4D853F98-8145-4D08-8BFF-854B75D08BC8}" type="pres">
      <dgm:prSet presAssocID="{FAFB0C42-1C9E-41FC-830E-B0799F585A96}" presName="thickLine" presStyleLbl="alignNode1" presStyleIdx="14" presStyleCnt="22"/>
      <dgm:spPr/>
    </dgm:pt>
    <dgm:pt modelId="{EAC351BD-B218-4EA9-8A80-FCE8B06339CF}" type="pres">
      <dgm:prSet presAssocID="{FAFB0C42-1C9E-41FC-830E-B0799F585A96}" presName="horz1" presStyleCnt="0"/>
      <dgm:spPr/>
    </dgm:pt>
    <dgm:pt modelId="{E9E0EF56-A1A2-4802-8DE1-E69EC6B82010}" type="pres">
      <dgm:prSet presAssocID="{FAFB0C42-1C9E-41FC-830E-B0799F585A96}" presName="tx1" presStyleLbl="revTx" presStyleIdx="14" presStyleCnt="22"/>
      <dgm:spPr/>
    </dgm:pt>
    <dgm:pt modelId="{1E331085-0CCC-46F0-8720-DB5F2F379D11}" type="pres">
      <dgm:prSet presAssocID="{FAFB0C42-1C9E-41FC-830E-B0799F585A96}" presName="vert1" presStyleCnt="0"/>
      <dgm:spPr/>
    </dgm:pt>
    <dgm:pt modelId="{012AA337-C4C5-4552-87BE-2D7D67826228}" type="pres">
      <dgm:prSet presAssocID="{146B2370-E858-4E8F-9589-DCFB0E8D2799}" presName="thickLine" presStyleLbl="alignNode1" presStyleIdx="15" presStyleCnt="22"/>
      <dgm:spPr/>
    </dgm:pt>
    <dgm:pt modelId="{A32ABE2F-D41E-4F08-831B-62C2C5889F05}" type="pres">
      <dgm:prSet presAssocID="{146B2370-E858-4E8F-9589-DCFB0E8D2799}" presName="horz1" presStyleCnt="0"/>
      <dgm:spPr/>
    </dgm:pt>
    <dgm:pt modelId="{D77F3F9B-0A03-4ED5-B914-805ABB6B81E4}" type="pres">
      <dgm:prSet presAssocID="{146B2370-E858-4E8F-9589-DCFB0E8D2799}" presName="tx1" presStyleLbl="revTx" presStyleIdx="15" presStyleCnt="22"/>
      <dgm:spPr/>
    </dgm:pt>
    <dgm:pt modelId="{95D01A5F-9E24-4C16-96B1-9CA033D5E014}" type="pres">
      <dgm:prSet presAssocID="{146B2370-E858-4E8F-9589-DCFB0E8D2799}" presName="vert1" presStyleCnt="0"/>
      <dgm:spPr/>
    </dgm:pt>
    <dgm:pt modelId="{0C522661-458B-422F-8DF1-993DD8D41D9A}" type="pres">
      <dgm:prSet presAssocID="{B98A8128-B7A8-47D3-933D-212CED94F9DE}" presName="thickLine" presStyleLbl="alignNode1" presStyleIdx="16" presStyleCnt="22"/>
      <dgm:spPr/>
    </dgm:pt>
    <dgm:pt modelId="{D282D14D-C677-47E5-8157-91CA06227030}" type="pres">
      <dgm:prSet presAssocID="{B98A8128-B7A8-47D3-933D-212CED94F9DE}" presName="horz1" presStyleCnt="0"/>
      <dgm:spPr/>
    </dgm:pt>
    <dgm:pt modelId="{C584AA11-D0EA-4065-9844-81D5CA9BDB8F}" type="pres">
      <dgm:prSet presAssocID="{B98A8128-B7A8-47D3-933D-212CED94F9DE}" presName="tx1" presStyleLbl="revTx" presStyleIdx="16" presStyleCnt="22"/>
      <dgm:spPr/>
    </dgm:pt>
    <dgm:pt modelId="{FDEB2E26-BF48-466A-865F-E3DF43057E4E}" type="pres">
      <dgm:prSet presAssocID="{B98A8128-B7A8-47D3-933D-212CED94F9DE}" presName="vert1" presStyleCnt="0"/>
      <dgm:spPr/>
    </dgm:pt>
    <dgm:pt modelId="{7B0E5E68-640B-47A9-8A25-A3B5EC1E24C5}" type="pres">
      <dgm:prSet presAssocID="{6B0F1309-41E6-4DA9-B74C-2D689DE049AD}" presName="thickLine" presStyleLbl="alignNode1" presStyleIdx="17" presStyleCnt="22"/>
      <dgm:spPr/>
    </dgm:pt>
    <dgm:pt modelId="{362DD2BE-C8E2-4062-8C4B-A884DBADD213}" type="pres">
      <dgm:prSet presAssocID="{6B0F1309-41E6-4DA9-B74C-2D689DE049AD}" presName="horz1" presStyleCnt="0"/>
      <dgm:spPr/>
    </dgm:pt>
    <dgm:pt modelId="{9508C9E1-FD0D-4396-B130-7EAF8FC76CC2}" type="pres">
      <dgm:prSet presAssocID="{6B0F1309-41E6-4DA9-B74C-2D689DE049AD}" presName="tx1" presStyleLbl="revTx" presStyleIdx="17" presStyleCnt="22"/>
      <dgm:spPr/>
    </dgm:pt>
    <dgm:pt modelId="{16D64F9B-465E-45E9-BD76-FACFB67A1345}" type="pres">
      <dgm:prSet presAssocID="{6B0F1309-41E6-4DA9-B74C-2D689DE049AD}" presName="vert1" presStyleCnt="0"/>
      <dgm:spPr/>
    </dgm:pt>
    <dgm:pt modelId="{489836F8-9B68-45E5-A77D-04DACB6183AD}" type="pres">
      <dgm:prSet presAssocID="{CD57AF95-CAFC-421A-A96A-0BEFCBE3AB6D}" presName="thickLine" presStyleLbl="alignNode1" presStyleIdx="18" presStyleCnt="22"/>
      <dgm:spPr/>
    </dgm:pt>
    <dgm:pt modelId="{72CB7C3D-3549-44E2-A5A8-5F50F8EA1BD1}" type="pres">
      <dgm:prSet presAssocID="{CD57AF95-CAFC-421A-A96A-0BEFCBE3AB6D}" presName="horz1" presStyleCnt="0"/>
      <dgm:spPr/>
    </dgm:pt>
    <dgm:pt modelId="{89B03519-A571-4E19-9C95-A7AE0F6785D0}" type="pres">
      <dgm:prSet presAssocID="{CD57AF95-CAFC-421A-A96A-0BEFCBE3AB6D}" presName="tx1" presStyleLbl="revTx" presStyleIdx="18" presStyleCnt="22"/>
      <dgm:spPr/>
    </dgm:pt>
    <dgm:pt modelId="{2FDCA021-80E5-4F0F-8E24-66D97DB05099}" type="pres">
      <dgm:prSet presAssocID="{CD57AF95-CAFC-421A-A96A-0BEFCBE3AB6D}" presName="vert1" presStyleCnt="0"/>
      <dgm:spPr/>
    </dgm:pt>
    <dgm:pt modelId="{7BEBD2B6-A4D1-4469-81B9-330A8ED0890C}" type="pres">
      <dgm:prSet presAssocID="{62E36EC7-5AB6-4B43-BB14-A5F89D04931C}" presName="thickLine" presStyleLbl="alignNode1" presStyleIdx="19" presStyleCnt="22"/>
      <dgm:spPr/>
    </dgm:pt>
    <dgm:pt modelId="{C2C3233D-9B19-4C1A-ABD6-644CC1FC3483}" type="pres">
      <dgm:prSet presAssocID="{62E36EC7-5AB6-4B43-BB14-A5F89D04931C}" presName="horz1" presStyleCnt="0"/>
      <dgm:spPr/>
    </dgm:pt>
    <dgm:pt modelId="{A0FF3537-09CC-4D21-95CA-8B07B10DEDCF}" type="pres">
      <dgm:prSet presAssocID="{62E36EC7-5AB6-4B43-BB14-A5F89D04931C}" presName="tx1" presStyleLbl="revTx" presStyleIdx="19" presStyleCnt="22"/>
      <dgm:spPr/>
    </dgm:pt>
    <dgm:pt modelId="{66EE801A-D761-4EF5-897A-8C00953CAA3D}" type="pres">
      <dgm:prSet presAssocID="{62E36EC7-5AB6-4B43-BB14-A5F89D04931C}" presName="vert1" presStyleCnt="0"/>
      <dgm:spPr/>
    </dgm:pt>
    <dgm:pt modelId="{828263F4-FE77-4197-A59E-0190F8A1209B}" type="pres">
      <dgm:prSet presAssocID="{6F9D43AB-18D8-4E27-8DDD-9A21DCCF94DC}" presName="thickLine" presStyleLbl="alignNode1" presStyleIdx="20" presStyleCnt="22"/>
      <dgm:spPr/>
    </dgm:pt>
    <dgm:pt modelId="{495F73AC-5178-4FE8-A8BF-41CD2ADC927C}" type="pres">
      <dgm:prSet presAssocID="{6F9D43AB-18D8-4E27-8DDD-9A21DCCF94DC}" presName="horz1" presStyleCnt="0"/>
      <dgm:spPr/>
    </dgm:pt>
    <dgm:pt modelId="{C06FEB15-F25E-4AF5-A8FD-2E683BCB4CC8}" type="pres">
      <dgm:prSet presAssocID="{6F9D43AB-18D8-4E27-8DDD-9A21DCCF94DC}" presName="tx1" presStyleLbl="revTx" presStyleIdx="20" presStyleCnt="22"/>
      <dgm:spPr/>
    </dgm:pt>
    <dgm:pt modelId="{F9EB5556-E36E-4446-9451-79FDA544D062}" type="pres">
      <dgm:prSet presAssocID="{6F9D43AB-18D8-4E27-8DDD-9A21DCCF94DC}" presName="vert1" presStyleCnt="0"/>
      <dgm:spPr/>
    </dgm:pt>
    <dgm:pt modelId="{4D3E9920-328F-42F2-845F-F9C394740B87}" type="pres">
      <dgm:prSet presAssocID="{A933ACC9-E6FC-473B-B199-F8588B07E31A}" presName="thickLine" presStyleLbl="alignNode1" presStyleIdx="21" presStyleCnt="22"/>
      <dgm:spPr/>
    </dgm:pt>
    <dgm:pt modelId="{10A41622-3E0E-45E9-9EEA-9D4AC9733170}" type="pres">
      <dgm:prSet presAssocID="{A933ACC9-E6FC-473B-B199-F8588B07E31A}" presName="horz1" presStyleCnt="0"/>
      <dgm:spPr/>
    </dgm:pt>
    <dgm:pt modelId="{BC1BD222-6AD4-4C6C-8B7E-724699309703}" type="pres">
      <dgm:prSet presAssocID="{A933ACC9-E6FC-473B-B199-F8588B07E31A}" presName="tx1" presStyleLbl="revTx" presStyleIdx="21" presStyleCnt="22"/>
      <dgm:spPr/>
    </dgm:pt>
    <dgm:pt modelId="{AF745FE2-9A58-41D4-9DC2-CD3F76F074AB}" type="pres">
      <dgm:prSet presAssocID="{A933ACC9-E6FC-473B-B199-F8588B07E31A}" presName="vert1" presStyleCnt="0"/>
      <dgm:spPr/>
    </dgm:pt>
  </dgm:ptLst>
  <dgm:cxnLst>
    <dgm:cxn modelId="{173B6300-23D6-4C04-BEFD-316F531133AE}" type="presOf" srcId="{01490DED-C4E0-483E-AA79-AEEF651EB9B7}" destId="{6EBEB2DE-4520-4EF1-94A8-974091159247}" srcOrd="0" destOrd="0" presId="urn:microsoft.com/office/officeart/2008/layout/LinedList"/>
    <dgm:cxn modelId="{F9081103-BD89-4C92-BD7C-6C9D8D82BD62}" srcId="{35277558-94B0-404C-8468-432E7AC3AB93}" destId="{FDFABE2C-B3E4-465B-8779-A04FE1037A48}" srcOrd="8" destOrd="0" parTransId="{36C05E91-C44C-42A8-80ED-4D38ACCE2A14}" sibTransId="{C8997F8F-0097-4C42-81D0-ED288E43C35C}"/>
    <dgm:cxn modelId="{F2596908-24F0-4C41-A6CD-05E456DB6178}" type="presOf" srcId="{6F9D43AB-18D8-4E27-8DDD-9A21DCCF94DC}" destId="{C06FEB15-F25E-4AF5-A8FD-2E683BCB4CC8}" srcOrd="0" destOrd="0" presId="urn:microsoft.com/office/officeart/2008/layout/LinedList"/>
    <dgm:cxn modelId="{F0552013-5F6C-4D86-BCE0-ACEB60F77911}" srcId="{35277558-94B0-404C-8468-432E7AC3AB93}" destId="{5AA0A4AF-8180-400E-9F04-F1F8D4290236}" srcOrd="12" destOrd="0" parTransId="{813E22FD-7D78-42A8-9311-5CDA7ED9802E}" sibTransId="{7C811F0E-883E-4191-BAAC-DB3E4350B639}"/>
    <dgm:cxn modelId="{42DDC613-41E2-4E45-8276-C1A16742DB0B}" type="presOf" srcId="{0FCACB3D-757E-4D1A-B129-5173C5A2CCF0}" destId="{BC759A59-8704-4FD9-B948-4C3604952A56}" srcOrd="0" destOrd="0" presId="urn:microsoft.com/office/officeart/2008/layout/LinedList"/>
    <dgm:cxn modelId="{5AACC322-50D7-4D7F-A71A-EDB48D22BFD6}" type="presOf" srcId="{35277558-94B0-404C-8468-432E7AC3AB93}" destId="{0BBA6066-5B49-48A8-90AF-250E478363D8}" srcOrd="0" destOrd="0" presId="urn:microsoft.com/office/officeart/2008/layout/LinedList"/>
    <dgm:cxn modelId="{9BEB5D25-9710-4509-873B-2B7B2694EBEB}" type="presOf" srcId="{98347199-2A4B-4BCA-81DE-6897E8B20F28}" destId="{569F0536-7E7A-44C2-936E-91100DED7C5E}" srcOrd="0" destOrd="0" presId="urn:microsoft.com/office/officeart/2008/layout/LinedList"/>
    <dgm:cxn modelId="{6E2AD133-CB70-4EFE-A10D-240E4EA09686}" srcId="{35277558-94B0-404C-8468-432E7AC3AB93}" destId="{67D2C267-9273-420F-9BC2-B13236B2018A}" srcOrd="1" destOrd="0" parTransId="{91BB3F44-191D-4663-B06D-A77643B00D3D}" sibTransId="{CE11861D-5192-4D41-8B0D-3D3AC2E8D28F}"/>
    <dgm:cxn modelId="{EBB43844-7193-401B-8775-CF854A76AA17}" srcId="{35277558-94B0-404C-8468-432E7AC3AB93}" destId="{31637D7F-3CA8-40FA-8CFD-C6DC421D29BC}" srcOrd="6" destOrd="0" parTransId="{4ACF6F74-7510-47E3-9FAC-E2B289F7E286}" sibTransId="{BBC37EAA-1B70-4C1D-84FC-E5F05A2D31DE}"/>
    <dgm:cxn modelId="{7157E447-C0CD-4CE5-98DC-DCBB6D67A8D7}" type="presOf" srcId="{09AA95E6-7BD1-4C50-83CD-010358F9F300}" destId="{0215D2E7-4C24-4833-8D0E-21086F20E26D}" srcOrd="0" destOrd="0" presId="urn:microsoft.com/office/officeart/2008/layout/LinedList"/>
    <dgm:cxn modelId="{61573D69-A3DE-43E4-8AA5-A06AD03E898A}" srcId="{35277558-94B0-404C-8468-432E7AC3AB93}" destId="{01490DED-C4E0-483E-AA79-AEEF651EB9B7}" srcOrd="3" destOrd="0" parTransId="{5A745CE1-C50B-423E-857B-96FF5C39E53B}" sibTransId="{6AA8C11D-66FB-419F-A294-9F2502773320}"/>
    <dgm:cxn modelId="{F258666A-77F6-4785-8526-20F0AD17C1E3}" type="presOf" srcId="{02B23406-6841-4F02-BFC7-0EA7045DD620}" destId="{8BB9183B-88FC-44E2-A45D-7AF66DEFD269}" srcOrd="0" destOrd="0" presId="urn:microsoft.com/office/officeart/2008/layout/LinedList"/>
    <dgm:cxn modelId="{B655656B-DF6B-444E-A6A3-D3DB507DBC7D}" srcId="{35277558-94B0-404C-8468-432E7AC3AB93}" destId="{6F9D43AB-18D8-4E27-8DDD-9A21DCCF94DC}" srcOrd="20" destOrd="0" parTransId="{043B9D19-4D24-43AD-93CD-C8C1C5507CAD}" sibTransId="{DC8285FA-8360-42E1-B71A-CE15123CD6A1}"/>
    <dgm:cxn modelId="{CCE76E6D-1379-4191-8A28-7321A7E9AE20}" srcId="{35277558-94B0-404C-8468-432E7AC3AB93}" destId="{2D8A29F8-BACC-4DAF-881C-030D1C661300}" srcOrd="13" destOrd="0" parTransId="{60FF5305-9B39-4B38-9F96-3A2473C5B59E}" sibTransId="{851B7EB6-137B-40DE-900E-C9F4349B58F5}"/>
    <dgm:cxn modelId="{28BB834D-28AB-41F3-B460-419C81B6E2C3}" srcId="{35277558-94B0-404C-8468-432E7AC3AB93}" destId="{02B23406-6841-4F02-BFC7-0EA7045DD620}" srcOrd="0" destOrd="0" parTransId="{B936CDFE-D4B0-4855-9539-82C2715E6BD0}" sibTransId="{E31E24B3-B87C-4A22-83BE-C6837B443CC6}"/>
    <dgm:cxn modelId="{05A3C770-CEA0-415E-8835-0CBC2B33683A}" type="presOf" srcId="{67D2C267-9273-420F-9BC2-B13236B2018A}" destId="{CEA6E72D-EEB7-4E46-A6F2-FF228FD8297C}" srcOrd="0" destOrd="0" presId="urn:microsoft.com/office/officeart/2008/layout/LinedList"/>
    <dgm:cxn modelId="{8D4B0751-1987-43CD-98B4-6C83EAFEA49B}" type="presOf" srcId="{CD57AF95-CAFC-421A-A96A-0BEFCBE3AB6D}" destId="{89B03519-A571-4E19-9C95-A7AE0F6785D0}" srcOrd="0" destOrd="0" presId="urn:microsoft.com/office/officeart/2008/layout/LinedList"/>
    <dgm:cxn modelId="{C2267E53-7101-4ECB-9929-D9DEC2656C89}" type="presOf" srcId="{62E36EC7-5AB6-4B43-BB14-A5F89D04931C}" destId="{A0FF3537-09CC-4D21-95CA-8B07B10DEDCF}" srcOrd="0" destOrd="0" presId="urn:microsoft.com/office/officeart/2008/layout/LinedList"/>
    <dgm:cxn modelId="{61242577-4E81-4366-98CF-3643F9E272C3}" type="presOf" srcId="{2D8A29F8-BACC-4DAF-881C-030D1C661300}" destId="{F90E813D-919B-47B2-A8D4-6EB4E2399570}" srcOrd="0" destOrd="0" presId="urn:microsoft.com/office/officeart/2008/layout/LinedList"/>
    <dgm:cxn modelId="{D7B13678-B770-44BE-A0F1-FCE987A5C176}" type="presOf" srcId="{6B0F1309-41E6-4DA9-B74C-2D689DE049AD}" destId="{9508C9E1-FD0D-4396-B130-7EAF8FC76CC2}" srcOrd="0" destOrd="0" presId="urn:microsoft.com/office/officeart/2008/layout/LinedList"/>
    <dgm:cxn modelId="{0CC44578-E237-4A6A-BE87-CF024F5C7AF4}" type="presOf" srcId="{52CDF5FF-7868-4E65-8DB9-155C818C2166}" destId="{1A5985A4-7680-43AE-B1F0-DDB53E71EC14}" srcOrd="0" destOrd="0" presId="urn:microsoft.com/office/officeart/2008/layout/LinedList"/>
    <dgm:cxn modelId="{1E1CBE7D-EEB0-4056-9D5B-DC9129DAE038}" srcId="{35277558-94B0-404C-8468-432E7AC3AB93}" destId="{146B2370-E858-4E8F-9589-DCFB0E8D2799}" srcOrd="15" destOrd="0" parTransId="{957896A9-93D8-431B-AECE-175A29FB024D}" sibTransId="{452876FA-A86A-4167-8FC4-0AE65676C70A}"/>
    <dgm:cxn modelId="{D4029C7F-BA02-4E22-A5F8-B6F8610625AF}" srcId="{35277558-94B0-404C-8468-432E7AC3AB93}" destId="{60BF9376-14D5-4D3A-AD23-01A59280B7E7}" srcOrd="10" destOrd="0" parTransId="{C46D9CFA-6B9F-45AB-A442-9DEE6358343E}" sibTransId="{5F1CE8CD-41C7-4690-ADB8-3D57793548D2}"/>
    <dgm:cxn modelId="{A9560F81-4302-4F2F-9AC4-BE9EED9F29F5}" type="presOf" srcId="{FDFABE2C-B3E4-465B-8779-A04FE1037A48}" destId="{CA38263A-AE62-4579-942C-928BA23A6D24}" srcOrd="0" destOrd="0" presId="urn:microsoft.com/office/officeart/2008/layout/LinedList"/>
    <dgm:cxn modelId="{C1609786-69F0-43F4-BEFA-34E6AEA1C540}" type="presOf" srcId="{7648A22E-8181-438F-8A02-990D6F04690F}" destId="{27104ACE-E34F-4F8D-A16E-216AD10B2788}" srcOrd="0" destOrd="0" presId="urn:microsoft.com/office/officeart/2008/layout/LinedList"/>
    <dgm:cxn modelId="{DCDC4987-8C95-4242-B681-DBA0903E231C}" srcId="{35277558-94B0-404C-8468-432E7AC3AB93}" destId="{52CDF5FF-7868-4E65-8DB9-155C818C2166}" srcOrd="2" destOrd="0" parTransId="{766DB8D6-B265-45E1-B09A-F18275BD9F44}" sibTransId="{317F6CDE-5885-4F8C-991B-453D6EC568BD}"/>
    <dgm:cxn modelId="{94D34F8F-12D5-4B52-A7C4-1503F5CCE7A7}" srcId="{35277558-94B0-404C-8468-432E7AC3AB93}" destId="{B98A8128-B7A8-47D3-933D-212CED94F9DE}" srcOrd="16" destOrd="0" parTransId="{64DDCC3C-DF68-47F3-AB80-DE0DD6F6F401}" sibTransId="{32EAC3CE-BD9C-4EE5-9A6C-04F60E8C8DC6}"/>
    <dgm:cxn modelId="{53631891-3BA9-40F2-9A31-9EE6CD6B28FD}" type="presOf" srcId="{5AA0A4AF-8180-400E-9F04-F1F8D4290236}" destId="{BAB382EC-61EB-43A4-9519-E83ED3760F3F}" srcOrd="0" destOrd="0" presId="urn:microsoft.com/office/officeart/2008/layout/LinedList"/>
    <dgm:cxn modelId="{7304FCA2-512D-42A7-92F2-D8725FA49325}" srcId="{35277558-94B0-404C-8468-432E7AC3AB93}" destId="{7648A22E-8181-438F-8A02-990D6F04690F}" srcOrd="5" destOrd="0" parTransId="{B8A23680-DF88-4098-9289-43384CF9BA6A}" sibTransId="{1FB1F468-295C-4A6F-98C8-6F0C096A623A}"/>
    <dgm:cxn modelId="{FAEE2FA3-1770-4F98-89C1-65D53298C095}" type="presOf" srcId="{B98A8128-B7A8-47D3-933D-212CED94F9DE}" destId="{C584AA11-D0EA-4065-9844-81D5CA9BDB8F}" srcOrd="0" destOrd="0" presId="urn:microsoft.com/office/officeart/2008/layout/LinedList"/>
    <dgm:cxn modelId="{112095A4-5252-48C3-8D88-C9E589012F48}" type="presOf" srcId="{146B2370-E858-4E8F-9589-DCFB0E8D2799}" destId="{D77F3F9B-0A03-4ED5-B914-805ABB6B81E4}" srcOrd="0" destOrd="0" presId="urn:microsoft.com/office/officeart/2008/layout/LinedList"/>
    <dgm:cxn modelId="{0D35A1A6-0333-4082-A5BA-8EE578D0CF75}" srcId="{35277558-94B0-404C-8468-432E7AC3AB93}" destId="{CD57AF95-CAFC-421A-A96A-0BEFCBE3AB6D}" srcOrd="18" destOrd="0" parTransId="{6E1C4AB3-7BD9-473F-BBFA-2E2C3E43A029}" sibTransId="{34F560AA-74BC-4F5D-BE37-C27A73A042CD}"/>
    <dgm:cxn modelId="{1ABB82B5-8DC9-4C1D-B6BD-563215CDB2F8}" srcId="{35277558-94B0-404C-8468-432E7AC3AB93}" destId="{FAFB0C42-1C9E-41FC-830E-B0799F585A96}" srcOrd="14" destOrd="0" parTransId="{4A0C70E0-8204-46BB-9043-A375DD7ADACF}" sibTransId="{D7BD44D3-6F40-4F54-ABF7-101AC3F6BA15}"/>
    <dgm:cxn modelId="{6ED9BAB9-978E-49D3-B251-7628C486E4A9}" srcId="{35277558-94B0-404C-8468-432E7AC3AB93}" destId="{98347199-2A4B-4BCA-81DE-6897E8B20F28}" srcOrd="9" destOrd="0" parTransId="{A78DEBA7-18DB-41C3-BEC8-C37864093F10}" sibTransId="{769158DF-E52C-434C-8C2F-653A66840E80}"/>
    <dgm:cxn modelId="{ED2225CC-5EE3-434D-A18D-40A0DEF90CB1}" srcId="{35277558-94B0-404C-8468-432E7AC3AB93}" destId="{A933ACC9-E6FC-473B-B199-F8588B07E31A}" srcOrd="21" destOrd="0" parTransId="{AB8647D3-8718-4D0C-BDB9-000CD30A3656}" sibTransId="{941D362A-4523-4991-B463-AC57F94DCBE4}"/>
    <dgm:cxn modelId="{96D66ECD-C323-470A-B70C-7A982E6F9204}" type="presOf" srcId="{92D39A72-87CF-4A89-8414-0DDC13A3AD52}" destId="{41251F90-E11B-4DBD-B5B6-B7EFE9F8784F}" srcOrd="0" destOrd="0" presId="urn:microsoft.com/office/officeart/2008/layout/LinedList"/>
    <dgm:cxn modelId="{131623CE-2FD2-4789-9477-145432E9E109}" srcId="{35277558-94B0-404C-8468-432E7AC3AB93}" destId="{09AA95E6-7BD1-4C50-83CD-010358F9F300}" srcOrd="7" destOrd="0" parTransId="{BBD6D107-4F6B-4C27-AB1A-03334A8C6987}" sibTransId="{22555CDC-B8B5-4A60-88B3-C6215D73D531}"/>
    <dgm:cxn modelId="{9C1A55D5-9F72-40E9-ACA1-0E18254F7723}" type="presOf" srcId="{A933ACC9-E6FC-473B-B199-F8588B07E31A}" destId="{BC1BD222-6AD4-4C6C-8B7E-724699309703}" srcOrd="0" destOrd="0" presId="urn:microsoft.com/office/officeart/2008/layout/LinedList"/>
    <dgm:cxn modelId="{28AE1EDA-1509-4073-85F0-E7DFDA430EE2}" srcId="{35277558-94B0-404C-8468-432E7AC3AB93}" destId="{92D39A72-87CF-4A89-8414-0DDC13A3AD52}" srcOrd="11" destOrd="0" parTransId="{DF591381-3ECB-45D8-A42F-5D79C041A22C}" sibTransId="{4E427D0C-46E3-45C1-9E25-9CDC1AEE2E1F}"/>
    <dgm:cxn modelId="{3EADABDC-03F3-457A-A977-B54F6083DA11}" srcId="{35277558-94B0-404C-8468-432E7AC3AB93}" destId="{0FCACB3D-757E-4D1A-B129-5173C5A2CCF0}" srcOrd="4" destOrd="0" parTransId="{DA6F224E-7330-4378-B7A5-1314C92F0EDB}" sibTransId="{221E726D-35FF-4FA4-B957-7CA25C28984C}"/>
    <dgm:cxn modelId="{AF7145DD-573A-42E5-874F-F156DCFA8D1E}" type="presOf" srcId="{31637D7F-3CA8-40FA-8CFD-C6DC421D29BC}" destId="{EFDD1DA8-8D2F-455A-A02F-2308694D4302}" srcOrd="0" destOrd="0" presId="urn:microsoft.com/office/officeart/2008/layout/LinedList"/>
    <dgm:cxn modelId="{DB1F1FE4-FBCD-4462-A557-CDA13DE929AA}" type="presOf" srcId="{60BF9376-14D5-4D3A-AD23-01A59280B7E7}" destId="{1B080BC9-21C5-4226-933B-A8AE60AA3ED8}" srcOrd="0" destOrd="0" presId="urn:microsoft.com/office/officeart/2008/layout/LinedList"/>
    <dgm:cxn modelId="{3DBB67E7-BEA6-4AA7-A8D4-D91B164A46F3}" type="presOf" srcId="{FAFB0C42-1C9E-41FC-830E-B0799F585A96}" destId="{E9E0EF56-A1A2-4802-8DE1-E69EC6B82010}" srcOrd="0" destOrd="0" presId="urn:microsoft.com/office/officeart/2008/layout/LinedList"/>
    <dgm:cxn modelId="{0E591BF1-9B37-427E-9272-0591F19DBF2D}" srcId="{35277558-94B0-404C-8468-432E7AC3AB93}" destId="{6B0F1309-41E6-4DA9-B74C-2D689DE049AD}" srcOrd="17" destOrd="0" parTransId="{8B05459E-5B6B-4127-95B5-555E45B32E44}" sibTransId="{71CCD889-4F6D-4CC9-BEB3-A0BD0248EB24}"/>
    <dgm:cxn modelId="{AC9DDFF2-AB9F-49EB-B2EA-F8533964AD14}" srcId="{35277558-94B0-404C-8468-432E7AC3AB93}" destId="{62E36EC7-5AB6-4B43-BB14-A5F89D04931C}" srcOrd="19" destOrd="0" parTransId="{B650B962-7734-4BBF-9FFF-1A45314FF552}" sibTransId="{73D2ED75-0506-4005-9459-4BCF1BBAA176}"/>
    <dgm:cxn modelId="{30D695A3-E191-42A8-B8A6-3C5306BE7796}" type="presParOf" srcId="{0BBA6066-5B49-48A8-90AF-250E478363D8}" destId="{71A57DF5-F399-4A05-AB19-6D7F317F85E8}" srcOrd="0" destOrd="0" presId="urn:microsoft.com/office/officeart/2008/layout/LinedList"/>
    <dgm:cxn modelId="{B3D51A82-0341-4D64-89DF-9D047AF6D6BB}" type="presParOf" srcId="{0BBA6066-5B49-48A8-90AF-250E478363D8}" destId="{878A147F-0AEF-4F5C-8E1B-E0992B625355}" srcOrd="1" destOrd="0" presId="urn:microsoft.com/office/officeart/2008/layout/LinedList"/>
    <dgm:cxn modelId="{BD27D78B-0C0E-4566-B7F0-4266067C9D29}" type="presParOf" srcId="{878A147F-0AEF-4F5C-8E1B-E0992B625355}" destId="{8BB9183B-88FC-44E2-A45D-7AF66DEFD269}" srcOrd="0" destOrd="0" presId="urn:microsoft.com/office/officeart/2008/layout/LinedList"/>
    <dgm:cxn modelId="{E3B5B78E-C2A8-4BB2-8F4A-2DEED71CC445}" type="presParOf" srcId="{878A147F-0AEF-4F5C-8E1B-E0992B625355}" destId="{AC6FC640-6ABB-4AA9-BCF4-8935AA38EAB9}" srcOrd="1" destOrd="0" presId="urn:microsoft.com/office/officeart/2008/layout/LinedList"/>
    <dgm:cxn modelId="{E48B3C93-2346-4630-9197-434D0AE0B8A4}" type="presParOf" srcId="{0BBA6066-5B49-48A8-90AF-250E478363D8}" destId="{9084A016-E134-4914-8BB9-9AF8CE80B6DC}" srcOrd="2" destOrd="0" presId="urn:microsoft.com/office/officeart/2008/layout/LinedList"/>
    <dgm:cxn modelId="{43956C77-45D6-4C7A-B73C-AFE82923E63A}" type="presParOf" srcId="{0BBA6066-5B49-48A8-90AF-250E478363D8}" destId="{239373AA-1DEC-4C6A-B239-EA722CCE3ED9}" srcOrd="3" destOrd="0" presId="urn:microsoft.com/office/officeart/2008/layout/LinedList"/>
    <dgm:cxn modelId="{62864E71-7C15-498F-B2D3-8F7D3B14B882}" type="presParOf" srcId="{239373AA-1DEC-4C6A-B239-EA722CCE3ED9}" destId="{CEA6E72D-EEB7-4E46-A6F2-FF228FD8297C}" srcOrd="0" destOrd="0" presId="urn:microsoft.com/office/officeart/2008/layout/LinedList"/>
    <dgm:cxn modelId="{71908B84-DBED-49FC-B17E-6526A6C52687}" type="presParOf" srcId="{239373AA-1DEC-4C6A-B239-EA722CCE3ED9}" destId="{53ED475C-C6C5-4557-8B98-566A06A79838}" srcOrd="1" destOrd="0" presId="urn:microsoft.com/office/officeart/2008/layout/LinedList"/>
    <dgm:cxn modelId="{F564A5E0-6530-4CE3-B7C2-364B62F6B0D3}" type="presParOf" srcId="{0BBA6066-5B49-48A8-90AF-250E478363D8}" destId="{1048CC90-E72C-4F56-8F80-18B7D52A8003}" srcOrd="4" destOrd="0" presId="urn:microsoft.com/office/officeart/2008/layout/LinedList"/>
    <dgm:cxn modelId="{B049F5E0-CE56-489B-AEA6-5F1AE84FCECC}" type="presParOf" srcId="{0BBA6066-5B49-48A8-90AF-250E478363D8}" destId="{C5B55895-9A3C-476E-B61A-E3A5BE58A6C3}" srcOrd="5" destOrd="0" presId="urn:microsoft.com/office/officeart/2008/layout/LinedList"/>
    <dgm:cxn modelId="{4DC2ED60-6FF6-4ED2-89B5-586CBD49830C}" type="presParOf" srcId="{C5B55895-9A3C-476E-B61A-E3A5BE58A6C3}" destId="{1A5985A4-7680-43AE-B1F0-DDB53E71EC14}" srcOrd="0" destOrd="0" presId="urn:microsoft.com/office/officeart/2008/layout/LinedList"/>
    <dgm:cxn modelId="{928D71FB-BD9C-4A62-BA91-D5D4157CA86F}" type="presParOf" srcId="{C5B55895-9A3C-476E-B61A-E3A5BE58A6C3}" destId="{693C7886-094F-4656-BFC6-D6B9EB7A03D0}" srcOrd="1" destOrd="0" presId="urn:microsoft.com/office/officeart/2008/layout/LinedList"/>
    <dgm:cxn modelId="{C97DE178-3608-4C9C-A016-C88DA5D16934}" type="presParOf" srcId="{0BBA6066-5B49-48A8-90AF-250E478363D8}" destId="{097FAC01-A24D-4309-B821-4E6F0C796F59}" srcOrd="6" destOrd="0" presId="urn:microsoft.com/office/officeart/2008/layout/LinedList"/>
    <dgm:cxn modelId="{6359819B-E370-4F16-8B4D-9B2D893FF985}" type="presParOf" srcId="{0BBA6066-5B49-48A8-90AF-250E478363D8}" destId="{BC420404-24D0-40B5-A46E-403ABD54F241}" srcOrd="7" destOrd="0" presId="urn:microsoft.com/office/officeart/2008/layout/LinedList"/>
    <dgm:cxn modelId="{EF8EE95D-CD2C-4B6A-BDD5-2E308BFFDAF9}" type="presParOf" srcId="{BC420404-24D0-40B5-A46E-403ABD54F241}" destId="{6EBEB2DE-4520-4EF1-94A8-974091159247}" srcOrd="0" destOrd="0" presId="urn:microsoft.com/office/officeart/2008/layout/LinedList"/>
    <dgm:cxn modelId="{B8F55505-BBEB-43A6-8158-02D4054CDEA7}" type="presParOf" srcId="{BC420404-24D0-40B5-A46E-403ABD54F241}" destId="{9B7B983F-7FBB-4060-94E6-119DEF1966F0}" srcOrd="1" destOrd="0" presId="urn:microsoft.com/office/officeart/2008/layout/LinedList"/>
    <dgm:cxn modelId="{CE013C32-B81C-4D74-A039-BE691B1A3343}" type="presParOf" srcId="{0BBA6066-5B49-48A8-90AF-250E478363D8}" destId="{A5327EB8-0E0F-4F6C-A491-477973E8B079}" srcOrd="8" destOrd="0" presId="urn:microsoft.com/office/officeart/2008/layout/LinedList"/>
    <dgm:cxn modelId="{23280C8E-63AF-4BE5-8C88-C0C83B5B6AD7}" type="presParOf" srcId="{0BBA6066-5B49-48A8-90AF-250E478363D8}" destId="{ED7B752F-37E4-48D9-BFCA-8BC6223F9AD0}" srcOrd="9" destOrd="0" presId="urn:microsoft.com/office/officeart/2008/layout/LinedList"/>
    <dgm:cxn modelId="{4BE736D0-325C-432B-A2BE-EBDF8EB05C3D}" type="presParOf" srcId="{ED7B752F-37E4-48D9-BFCA-8BC6223F9AD0}" destId="{BC759A59-8704-4FD9-B948-4C3604952A56}" srcOrd="0" destOrd="0" presId="urn:microsoft.com/office/officeart/2008/layout/LinedList"/>
    <dgm:cxn modelId="{DFA89926-E171-46D0-9295-65CE76E0596A}" type="presParOf" srcId="{ED7B752F-37E4-48D9-BFCA-8BC6223F9AD0}" destId="{D7B23452-C8C4-46DC-B9BF-D2F6FD83EFD0}" srcOrd="1" destOrd="0" presId="urn:microsoft.com/office/officeart/2008/layout/LinedList"/>
    <dgm:cxn modelId="{B306647D-C657-4C33-A4D2-561E5D5B109D}" type="presParOf" srcId="{0BBA6066-5B49-48A8-90AF-250E478363D8}" destId="{76924650-2398-411F-B9EE-E8182778F140}" srcOrd="10" destOrd="0" presId="urn:microsoft.com/office/officeart/2008/layout/LinedList"/>
    <dgm:cxn modelId="{0E3ED39F-8109-48CF-A4D9-A3B944FCA4EA}" type="presParOf" srcId="{0BBA6066-5B49-48A8-90AF-250E478363D8}" destId="{BC1BED9A-0B55-4D75-B69E-E6624C6BB3BF}" srcOrd="11" destOrd="0" presId="urn:microsoft.com/office/officeart/2008/layout/LinedList"/>
    <dgm:cxn modelId="{BB34865B-5E00-408C-861D-CEFB0E2FDFDE}" type="presParOf" srcId="{BC1BED9A-0B55-4D75-B69E-E6624C6BB3BF}" destId="{27104ACE-E34F-4F8D-A16E-216AD10B2788}" srcOrd="0" destOrd="0" presId="urn:microsoft.com/office/officeart/2008/layout/LinedList"/>
    <dgm:cxn modelId="{E6375014-7980-49F8-B714-D10DA1E52CCC}" type="presParOf" srcId="{BC1BED9A-0B55-4D75-B69E-E6624C6BB3BF}" destId="{AC7C5092-7D0C-4339-B966-F5CAACDB9374}" srcOrd="1" destOrd="0" presId="urn:microsoft.com/office/officeart/2008/layout/LinedList"/>
    <dgm:cxn modelId="{74AB4F8C-06F3-48EA-832F-947ACF615473}" type="presParOf" srcId="{0BBA6066-5B49-48A8-90AF-250E478363D8}" destId="{C20F4C45-7A5B-46E3-B05B-7CAC6664B380}" srcOrd="12" destOrd="0" presId="urn:microsoft.com/office/officeart/2008/layout/LinedList"/>
    <dgm:cxn modelId="{AE66F9D5-0749-4243-8B64-D7587E641E5B}" type="presParOf" srcId="{0BBA6066-5B49-48A8-90AF-250E478363D8}" destId="{CF4CF83E-F71E-4537-8AEA-C5A62AB9E706}" srcOrd="13" destOrd="0" presId="urn:microsoft.com/office/officeart/2008/layout/LinedList"/>
    <dgm:cxn modelId="{2ABC59BA-F92C-4132-9A02-C1732E0D2306}" type="presParOf" srcId="{CF4CF83E-F71E-4537-8AEA-C5A62AB9E706}" destId="{EFDD1DA8-8D2F-455A-A02F-2308694D4302}" srcOrd="0" destOrd="0" presId="urn:microsoft.com/office/officeart/2008/layout/LinedList"/>
    <dgm:cxn modelId="{DE6F7561-5279-4ECB-90CD-0ABBE15CA4DC}" type="presParOf" srcId="{CF4CF83E-F71E-4537-8AEA-C5A62AB9E706}" destId="{AB331BA6-802F-4EDA-962E-7BC256A0CADE}" srcOrd="1" destOrd="0" presId="urn:microsoft.com/office/officeart/2008/layout/LinedList"/>
    <dgm:cxn modelId="{E3E8E3DB-B018-4DEC-AF01-7D30BFDF705E}" type="presParOf" srcId="{0BBA6066-5B49-48A8-90AF-250E478363D8}" destId="{253FF6A9-78C2-4B02-9131-F0130A5AAD6B}" srcOrd="14" destOrd="0" presId="urn:microsoft.com/office/officeart/2008/layout/LinedList"/>
    <dgm:cxn modelId="{24D7B081-134E-4690-8FBC-6BF8798B72A9}" type="presParOf" srcId="{0BBA6066-5B49-48A8-90AF-250E478363D8}" destId="{F8D4BC33-1D78-4BD6-8268-6E5B8E54D469}" srcOrd="15" destOrd="0" presId="urn:microsoft.com/office/officeart/2008/layout/LinedList"/>
    <dgm:cxn modelId="{8ADC059A-8869-42A7-8A3E-9F2159E46F5A}" type="presParOf" srcId="{F8D4BC33-1D78-4BD6-8268-6E5B8E54D469}" destId="{0215D2E7-4C24-4833-8D0E-21086F20E26D}" srcOrd="0" destOrd="0" presId="urn:microsoft.com/office/officeart/2008/layout/LinedList"/>
    <dgm:cxn modelId="{35CC91CC-C27E-406A-BD12-B1DC35204476}" type="presParOf" srcId="{F8D4BC33-1D78-4BD6-8268-6E5B8E54D469}" destId="{7E338413-8D84-4B01-B1D6-4DB70CA273EB}" srcOrd="1" destOrd="0" presId="urn:microsoft.com/office/officeart/2008/layout/LinedList"/>
    <dgm:cxn modelId="{B77D700D-D460-4C5C-A0A6-6007B1E8E35C}" type="presParOf" srcId="{0BBA6066-5B49-48A8-90AF-250E478363D8}" destId="{510D4B8C-E76C-4E0B-8E25-1D198AAB0C27}" srcOrd="16" destOrd="0" presId="urn:microsoft.com/office/officeart/2008/layout/LinedList"/>
    <dgm:cxn modelId="{1D3C06C4-0136-4A16-B659-2C31CE1E436C}" type="presParOf" srcId="{0BBA6066-5B49-48A8-90AF-250E478363D8}" destId="{20185EAE-65F7-45B1-B393-14C3E2DD278A}" srcOrd="17" destOrd="0" presId="urn:microsoft.com/office/officeart/2008/layout/LinedList"/>
    <dgm:cxn modelId="{2D906B7E-2CA0-4990-BB28-AF4FA0CB4A3C}" type="presParOf" srcId="{20185EAE-65F7-45B1-B393-14C3E2DD278A}" destId="{CA38263A-AE62-4579-942C-928BA23A6D24}" srcOrd="0" destOrd="0" presId="urn:microsoft.com/office/officeart/2008/layout/LinedList"/>
    <dgm:cxn modelId="{E9D6308B-2C99-4A08-9214-0D5250EBB4D4}" type="presParOf" srcId="{20185EAE-65F7-45B1-B393-14C3E2DD278A}" destId="{BB95410F-C472-4050-9190-217381C561D3}" srcOrd="1" destOrd="0" presId="urn:microsoft.com/office/officeart/2008/layout/LinedList"/>
    <dgm:cxn modelId="{724C9D44-F838-4873-899E-E906E14E230B}" type="presParOf" srcId="{0BBA6066-5B49-48A8-90AF-250E478363D8}" destId="{DFC31C0B-AD90-42F2-8B49-5211D42BF820}" srcOrd="18" destOrd="0" presId="urn:microsoft.com/office/officeart/2008/layout/LinedList"/>
    <dgm:cxn modelId="{C28849FC-0CFF-41B9-93EC-D7970588AF98}" type="presParOf" srcId="{0BBA6066-5B49-48A8-90AF-250E478363D8}" destId="{16F88FAB-A91A-4ECA-8ACF-232D51A65B4E}" srcOrd="19" destOrd="0" presId="urn:microsoft.com/office/officeart/2008/layout/LinedList"/>
    <dgm:cxn modelId="{CE19CC8E-60AF-4913-BDD8-7A05CEAEB89D}" type="presParOf" srcId="{16F88FAB-A91A-4ECA-8ACF-232D51A65B4E}" destId="{569F0536-7E7A-44C2-936E-91100DED7C5E}" srcOrd="0" destOrd="0" presId="urn:microsoft.com/office/officeart/2008/layout/LinedList"/>
    <dgm:cxn modelId="{42D62100-4A87-412B-98F6-9F6614892D9A}" type="presParOf" srcId="{16F88FAB-A91A-4ECA-8ACF-232D51A65B4E}" destId="{D61F4829-F8DC-42B8-8031-24620E64A932}" srcOrd="1" destOrd="0" presId="urn:microsoft.com/office/officeart/2008/layout/LinedList"/>
    <dgm:cxn modelId="{25BA63EF-04A3-40E9-9F2A-D80EBC2A5434}" type="presParOf" srcId="{0BBA6066-5B49-48A8-90AF-250E478363D8}" destId="{665DCD53-E122-475A-A76E-E1E447D36C05}" srcOrd="20" destOrd="0" presId="urn:microsoft.com/office/officeart/2008/layout/LinedList"/>
    <dgm:cxn modelId="{F31A1373-CE47-491D-9E4A-DB41603E6D82}" type="presParOf" srcId="{0BBA6066-5B49-48A8-90AF-250E478363D8}" destId="{C41640A0-A583-488C-B710-4A329D5C52ED}" srcOrd="21" destOrd="0" presId="urn:microsoft.com/office/officeart/2008/layout/LinedList"/>
    <dgm:cxn modelId="{ECD63A18-F25B-458B-BB13-E955C05B6A88}" type="presParOf" srcId="{C41640A0-A583-488C-B710-4A329D5C52ED}" destId="{1B080BC9-21C5-4226-933B-A8AE60AA3ED8}" srcOrd="0" destOrd="0" presId="urn:microsoft.com/office/officeart/2008/layout/LinedList"/>
    <dgm:cxn modelId="{FAD17BB7-7E87-4948-A7FA-D65CCFF707CF}" type="presParOf" srcId="{C41640A0-A583-488C-B710-4A329D5C52ED}" destId="{C436E26E-09A4-4C89-B154-E2DBCF8E7BE9}" srcOrd="1" destOrd="0" presId="urn:microsoft.com/office/officeart/2008/layout/LinedList"/>
    <dgm:cxn modelId="{BB264BE0-E7DE-4C4E-B4FF-751ECA12C065}" type="presParOf" srcId="{0BBA6066-5B49-48A8-90AF-250E478363D8}" destId="{EC8201D2-BC04-4E90-A5B2-F869437F6091}" srcOrd="22" destOrd="0" presId="urn:microsoft.com/office/officeart/2008/layout/LinedList"/>
    <dgm:cxn modelId="{3D711A50-1C2E-48DB-A234-76D7E25DB147}" type="presParOf" srcId="{0BBA6066-5B49-48A8-90AF-250E478363D8}" destId="{D2DD2662-29B6-4CED-BA88-089A4CA0A12E}" srcOrd="23" destOrd="0" presId="urn:microsoft.com/office/officeart/2008/layout/LinedList"/>
    <dgm:cxn modelId="{9F3D7AD6-903A-4CBA-B01E-A04BC58688BA}" type="presParOf" srcId="{D2DD2662-29B6-4CED-BA88-089A4CA0A12E}" destId="{41251F90-E11B-4DBD-B5B6-B7EFE9F8784F}" srcOrd="0" destOrd="0" presId="urn:microsoft.com/office/officeart/2008/layout/LinedList"/>
    <dgm:cxn modelId="{2F7604F3-D427-498A-B402-4997A1017C3C}" type="presParOf" srcId="{D2DD2662-29B6-4CED-BA88-089A4CA0A12E}" destId="{41AB0EA3-5122-47F2-9989-397B0BF67ACD}" srcOrd="1" destOrd="0" presId="urn:microsoft.com/office/officeart/2008/layout/LinedList"/>
    <dgm:cxn modelId="{D9CC335D-5EB6-4273-A88F-E916F5297610}" type="presParOf" srcId="{0BBA6066-5B49-48A8-90AF-250E478363D8}" destId="{E1039FCF-D7C5-40A6-A8AB-97833016287A}" srcOrd="24" destOrd="0" presId="urn:microsoft.com/office/officeart/2008/layout/LinedList"/>
    <dgm:cxn modelId="{D2ADEB19-629B-48BA-AD33-F3DF3166D33F}" type="presParOf" srcId="{0BBA6066-5B49-48A8-90AF-250E478363D8}" destId="{2005CE16-B2D3-4699-A5FB-F3101FD46AD1}" srcOrd="25" destOrd="0" presId="urn:microsoft.com/office/officeart/2008/layout/LinedList"/>
    <dgm:cxn modelId="{75FC0ED9-ACA4-4F84-B803-7C9104C493D3}" type="presParOf" srcId="{2005CE16-B2D3-4699-A5FB-F3101FD46AD1}" destId="{BAB382EC-61EB-43A4-9519-E83ED3760F3F}" srcOrd="0" destOrd="0" presId="urn:microsoft.com/office/officeart/2008/layout/LinedList"/>
    <dgm:cxn modelId="{4A6D6254-EEA5-440B-8F79-4181D75B0736}" type="presParOf" srcId="{2005CE16-B2D3-4699-A5FB-F3101FD46AD1}" destId="{30B001E2-62EC-4E18-97AF-8F97624CFF05}" srcOrd="1" destOrd="0" presId="urn:microsoft.com/office/officeart/2008/layout/LinedList"/>
    <dgm:cxn modelId="{BEA37ED6-6531-4C42-836B-6BC4F7B85516}" type="presParOf" srcId="{0BBA6066-5B49-48A8-90AF-250E478363D8}" destId="{575F7878-1866-4F90-9497-D5047F6C9EAF}" srcOrd="26" destOrd="0" presId="urn:microsoft.com/office/officeart/2008/layout/LinedList"/>
    <dgm:cxn modelId="{09FCC84E-8629-4E0D-82BD-357A8AB3347C}" type="presParOf" srcId="{0BBA6066-5B49-48A8-90AF-250E478363D8}" destId="{3D622887-452F-4DE6-893C-643E04AFAE55}" srcOrd="27" destOrd="0" presId="urn:microsoft.com/office/officeart/2008/layout/LinedList"/>
    <dgm:cxn modelId="{51A80050-A853-462F-8316-C55AA74C2EB5}" type="presParOf" srcId="{3D622887-452F-4DE6-893C-643E04AFAE55}" destId="{F90E813D-919B-47B2-A8D4-6EB4E2399570}" srcOrd="0" destOrd="0" presId="urn:microsoft.com/office/officeart/2008/layout/LinedList"/>
    <dgm:cxn modelId="{C000EE4C-465C-4155-8F60-13DDB5382E31}" type="presParOf" srcId="{3D622887-452F-4DE6-893C-643E04AFAE55}" destId="{9794EFA1-5CC8-4B31-87D1-97BD341A8D31}" srcOrd="1" destOrd="0" presId="urn:microsoft.com/office/officeart/2008/layout/LinedList"/>
    <dgm:cxn modelId="{7A136D16-8412-48FE-9CA3-56A29B284335}" type="presParOf" srcId="{0BBA6066-5B49-48A8-90AF-250E478363D8}" destId="{4D853F98-8145-4D08-8BFF-854B75D08BC8}" srcOrd="28" destOrd="0" presId="urn:microsoft.com/office/officeart/2008/layout/LinedList"/>
    <dgm:cxn modelId="{65D47358-C077-4357-B039-B8EF3799E22F}" type="presParOf" srcId="{0BBA6066-5B49-48A8-90AF-250E478363D8}" destId="{EAC351BD-B218-4EA9-8A80-FCE8B06339CF}" srcOrd="29" destOrd="0" presId="urn:microsoft.com/office/officeart/2008/layout/LinedList"/>
    <dgm:cxn modelId="{08C23E98-3AA1-4E06-9A90-7FAA9CFC6584}" type="presParOf" srcId="{EAC351BD-B218-4EA9-8A80-FCE8B06339CF}" destId="{E9E0EF56-A1A2-4802-8DE1-E69EC6B82010}" srcOrd="0" destOrd="0" presId="urn:microsoft.com/office/officeart/2008/layout/LinedList"/>
    <dgm:cxn modelId="{88D5571C-CB93-486D-A302-35963FF9A959}" type="presParOf" srcId="{EAC351BD-B218-4EA9-8A80-FCE8B06339CF}" destId="{1E331085-0CCC-46F0-8720-DB5F2F379D11}" srcOrd="1" destOrd="0" presId="urn:microsoft.com/office/officeart/2008/layout/LinedList"/>
    <dgm:cxn modelId="{520CF176-F093-427B-A918-CBDD071F9DA5}" type="presParOf" srcId="{0BBA6066-5B49-48A8-90AF-250E478363D8}" destId="{012AA337-C4C5-4552-87BE-2D7D67826228}" srcOrd="30" destOrd="0" presId="urn:microsoft.com/office/officeart/2008/layout/LinedList"/>
    <dgm:cxn modelId="{0B2D54ED-53AC-4D4A-92F2-B2C9A9860D96}" type="presParOf" srcId="{0BBA6066-5B49-48A8-90AF-250E478363D8}" destId="{A32ABE2F-D41E-4F08-831B-62C2C5889F05}" srcOrd="31" destOrd="0" presId="urn:microsoft.com/office/officeart/2008/layout/LinedList"/>
    <dgm:cxn modelId="{D5F1AD8C-623F-4959-8CF1-2192DA040FCB}" type="presParOf" srcId="{A32ABE2F-D41E-4F08-831B-62C2C5889F05}" destId="{D77F3F9B-0A03-4ED5-B914-805ABB6B81E4}" srcOrd="0" destOrd="0" presId="urn:microsoft.com/office/officeart/2008/layout/LinedList"/>
    <dgm:cxn modelId="{AB0A7A16-D6DA-4210-AE3A-C30918B0664E}" type="presParOf" srcId="{A32ABE2F-D41E-4F08-831B-62C2C5889F05}" destId="{95D01A5F-9E24-4C16-96B1-9CA033D5E014}" srcOrd="1" destOrd="0" presId="urn:microsoft.com/office/officeart/2008/layout/LinedList"/>
    <dgm:cxn modelId="{BAD68FAD-D25E-49EB-8E5C-2094E0075AEB}" type="presParOf" srcId="{0BBA6066-5B49-48A8-90AF-250E478363D8}" destId="{0C522661-458B-422F-8DF1-993DD8D41D9A}" srcOrd="32" destOrd="0" presId="urn:microsoft.com/office/officeart/2008/layout/LinedList"/>
    <dgm:cxn modelId="{51302868-B0F1-44B3-85B6-DA2DD64C6B31}" type="presParOf" srcId="{0BBA6066-5B49-48A8-90AF-250E478363D8}" destId="{D282D14D-C677-47E5-8157-91CA06227030}" srcOrd="33" destOrd="0" presId="urn:microsoft.com/office/officeart/2008/layout/LinedList"/>
    <dgm:cxn modelId="{75A63A50-F2E6-4CCD-A23A-E98D3862E645}" type="presParOf" srcId="{D282D14D-C677-47E5-8157-91CA06227030}" destId="{C584AA11-D0EA-4065-9844-81D5CA9BDB8F}" srcOrd="0" destOrd="0" presId="urn:microsoft.com/office/officeart/2008/layout/LinedList"/>
    <dgm:cxn modelId="{EE1E03E0-2C6F-4464-A84B-23941F398AA9}" type="presParOf" srcId="{D282D14D-C677-47E5-8157-91CA06227030}" destId="{FDEB2E26-BF48-466A-865F-E3DF43057E4E}" srcOrd="1" destOrd="0" presId="urn:microsoft.com/office/officeart/2008/layout/LinedList"/>
    <dgm:cxn modelId="{71CFDF65-CE42-45AF-8D90-7F8A4455C3EF}" type="presParOf" srcId="{0BBA6066-5B49-48A8-90AF-250E478363D8}" destId="{7B0E5E68-640B-47A9-8A25-A3B5EC1E24C5}" srcOrd="34" destOrd="0" presId="urn:microsoft.com/office/officeart/2008/layout/LinedList"/>
    <dgm:cxn modelId="{4FF65B4F-5A87-428A-90C3-FC3E801758B4}" type="presParOf" srcId="{0BBA6066-5B49-48A8-90AF-250E478363D8}" destId="{362DD2BE-C8E2-4062-8C4B-A884DBADD213}" srcOrd="35" destOrd="0" presId="urn:microsoft.com/office/officeart/2008/layout/LinedList"/>
    <dgm:cxn modelId="{7694E8B5-71D2-4A09-BCE4-1378F739C7E7}" type="presParOf" srcId="{362DD2BE-C8E2-4062-8C4B-A884DBADD213}" destId="{9508C9E1-FD0D-4396-B130-7EAF8FC76CC2}" srcOrd="0" destOrd="0" presId="urn:microsoft.com/office/officeart/2008/layout/LinedList"/>
    <dgm:cxn modelId="{301F575C-CCE4-49BB-A2D9-181A849FC251}" type="presParOf" srcId="{362DD2BE-C8E2-4062-8C4B-A884DBADD213}" destId="{16D64F9B-465E-45E9-BD76-FACFB67A1345}" srcOrd="1" destOrd="0" presId="urn:microsoft.com/office/officeart/2008/layout/LinedList"/>
    <dgm:cxn modelId="{E9DEA85C-E461-43B3-9F1B-50C81181CE6F}" type="presParOf" srcId="{0BBA6066-5B49-48A8-90AF-250E478363D8}" destId="{489836F8-9B68-45E5-A77D-04DACB6183AD}" srcOrd="36" destOrd="0" presId="urn:microsoft.com/office/officeart/2008/layout/LinedList"/>
    <dgm:cxn modelId="{3E433C24-0517-4C4D-BDE2-FF0C99021DC3}" type="presParOf" srcId="{0BBA6066-5B49-48A8-90AF-250E478363D8}" destId="{72CB7C3D-3549-44E2-A5A8-5F50F8EA1BD1}" srcOrd="37" destOrd="0" presId="urn:microsoft.com/office/officeart/2008/layout/LinedList"/>
    <dgm:cxn modelId="{8E8B6BAB-67C2-44DB-9AC7-612F185566A1}" type="presParOf" srcId="{72CB7C3D-3549-44E2-A5A8-5F50F8EA1BD1}" destId="{89B03519-A571-4E19-9C95-A7AE0F6785D0}" srcOrd="0" destOrd="0" presId="urn:microsoft.com/office/officeart/2008/layout/LinedList"/>
    <dgm:cxn modelId="{05487C17-901B-4CF1-9CFA-C74DDA60B867}" type="presParOf" srcId="{72CB7C3D-3549-44E2-A5A8-5F50F8EA1BD1}" destId="{2FDCA021-80E5-4F0F-8E24-66D97DB05099}" srcOrd="1" destOrd="0" presId="urn:microsoft.com/office/officeart/2008/layout/LinedList"/>
    <dgm:cxn modelId="{3F863848-A245-4C6E-BF40-97760C95C699}" type="presParOf" srcId="{0BBA6066-5B49-48A8-90AF-250E478363D8}" destId="{7BEBD2B6-A4D1-4469-81B9-330A8ED0890C}" srcOrd="38" destOrd="0" presId="urn:microsoft.com/office/officeart/2008/layout/LinedList"/>
    <dgm:cxn modelId="{2D8513DC-2C5F-4AFE-A597-AAC9AC52B544}" type="presParOf" srcId="{0BBA6066-5B49-48A8-90AF-250E478363D8}" destId="{C2C3233D-9B19-4C1A-ABD6-644CC1FC3483}" srcOrd="39" destOrd="0" presId="urn:microsoft.com/office/officeart/2008/layout/LinedList"/>
    <dgm:cxn modelId="{98DFCC8A-4CAD-4FF9-8A2A-AD9E959A4303}" type="presParOf" srcId="{C2C3233D-9B19-4C1A-ABD6-644CC1FC3483}" destId="{A0FF3537-09CC-4D21-95CA-8B07B10DEDCF}" srcOrd="0" destOrd="0" presId="urn:microsoft.com/office/officeart/2008/layout/LinedList"/>
    <dgm:cxn modelId="{8AA2E5E5-DE69-43BC-B954-6C42D4F5BAE0}" type="presParOf" srcId="{C2C3233D-9B19-4C1A-ABD6-644CC1FC3483}" destId="{66EE801A-D761-4EF5-897A-8C00953CAA3D}" srcOrd="1" destOrd="0" presId="urn:microsoft.com/office/officeart/2008/layout/LinedList"/>
    <dgm:cxn modelId="{4D3C6577-7DAA-4EA7-8034-4A42530F0B39}" type="presParOf" srcId="{0BBA6066-5B49-48A8-90AF-250E478363D8}" destId="{828263F4-FE77-4197-A59E-0190F8A1209B}" srcOrd="40" destOrd="0" presId="urn:microsoft.com/office/officeart/2008/layout/LinedList"/>
    <dgm:cxn modelId="{3F1ADDFC-A7A4-43E5-85D5-9B4B5000E421}" type="presParOf" srcId="{0BBA6066-5B49-48A8-90AF-250E478363D8}" destId="{495F73AC-5178-4FE8-A8BF-41CD2ADC927C}" srcOrd="41" destOrd="0" presId="urn:microsoft.com/office/officeart/2008/layout/LinedList"/>
    <dgm:cxn modelId="{6BAED61A-7FD5-4748-B64B-A12C81A4CA33}" type="presParOf" srcId="{495F73AC-5178-4FE8-A8BF-41CD2ADC927C}" destId="{C06FEB15-F25E-4AF5-A8FD-2E683BCB4CC8}" srcOrd="0" destOrd="0" presId="urn:microsoft.com/office/officeart/2008/layout/LinedList"/>
    <dgm:cxn modelId="{0F838FB8-D95C-45CC-97A4-A2F7E79A4DB4}" type="presParOf" srcId="{495F73AC-5178-4FE8-A8BF-41CD2ADC927C}" destId="{F9EB5556-E36E-4446-9451-79FDA544D062}" srcOrd="1" destOrd="0" presId="urn:microsoft.com/office/officeart/2008/layout/LinedList"/>
    <dgm:cxn modelId="{AABF1016-F73E-414B-BE94-65D965F9FC78}" type="presParOf" srcId="{0BBA6066-5B49-48A8-90AF-250E478363D8}" destId="{4D3E9920-328F-42F2-845F-F9C394740B87}" srcOrd="42" destOrd="0" presId="urn:microsoft.com/office/officeart/2008/layout/LinedList"/>
    <dgm:cxn modelId="{996FE587-CFAB-439F-BB78-F0C7D07EA9A0}" type="presParOf" srcId="{0BBA6066-5B49-48A8-90AF-250E478363D8}" destId="{10A41622-3E0E-45E9-9EEA-9D4AC9733170}" srcOrd="43" destOrd="0" presId="urn:microsoft.com/office/officeart/2008/layout/LinedList"/>
    <dgm:cxn modelId="{B288763F-ED1C-4814-AE29-BE440C9D0F20}" type="presParOf" srcId="{10A41622-3E0E-45E9-9EEA-9D4AC9733170}" destId="{BC1BD222-6AD4-4C6C-8B7E-724699309703}" srcOrd="0" destOrd="0" presId="urn:microsoft.com/office/officeart/2008/layout/LinedList"/>
    <dgm:cxn modelId="{0876DEE8-8896-4F81-9B88-6772BED664C0}" type="presParOf" srcId="{10A41622-3E0E-45E9-9EEA-9D4AC9733170}" destId="{AF745FE2-9A58-41D4-9DC2-CD3F76F074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84908-9D3E-41CB-A388-5DF698C0FBD7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16EA9C-181D-4913-B046-0DBEDB03E09A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Mulai</a:t>
          </a:r>
        </a:p>
      </dsp:txBody>
      <dsp:txXfrm>
        <a:off x="0" y="665"/>
        <a:ext cx="6666833" cy="1090517"/>
      </dsp:txXfrm>
    </dsp:sp>
    <dsp:sp modelId="{3A1F23C2-2366-4DCD-9352-E43051F724A1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92FD6F-5A88-47FA-95F7-B70535CBD2ED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Input data</a:t>
          </a:r>
        </a:p>
      </dsp:txBody>
      <dsp:txXfrm>
        <a:off x="0" y="1091183"/>
        <a:ext cx="6666833" cy="1090517"/>
      </dsp:txXfrm>
    </dsp:sp>
    <dsp:sp modelId="{1943377E-DFC3-486A-8414-F906534C27F0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87A428-9718-45A9-B864-BA1C2343DB9E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Proses data</a:t>
          </a:r>
        </a:p>
      </dsp:txBody>
      <dsp:txXfrm>
        <a:off x="0" y="2181701"/>
        <a:ext cx="6666833" cy="1090517"/>
      </dsp:txXfrm>
    </dsp:sp>
    <dsp:sp modelId="{997A48BF-C51A-4B99-84CF-3AD54EC2D2EE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839E9A-AB60-4BCC-8192-0404D786D10B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Tampilkan hasil</a:t>
          </a:r>
        </a:p>
      </dsp:txBody>
      <dsp:txXfrm>
        <a:off x="0" y="3272218"/>
        <a:ext cx="6666833" cy="1090517"/>
      </dsp:txXfrm>
    </dsp:sp>
    <dsp:sp modelId="{22408583-3140-4CC3-98E9-1617E368AC3E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C2726C-63D5-4885-BD34-EBB3CD4EF07A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Selesai</a:t>
          </a:r>
        </a:p>
      </dsp:txBody>
      <dsp:txXfrm>
        <a:off x="0" y="4362736"/>
        <a:ext cx="6666833" cy="10905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20B70-CBA5-47C9-985C-DF6341111D2F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65DCCC-B461-41EF-BD6A-F08910C04AEB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Mulai</a:t>
          </a:r>
          <a:endParaRPr lang="en-US" sz="4000" kern="1200"/>
        </a:p>
      </dsp:txBody>
      <dsp:txXfrm>
        <a:off x="0" y="2663"/>
        <a:ext cx="6666833" cy="908098"/>
      </dsp:txXfrm>
    </dsp:sp>
    <dsp:sp modelId="{155E8951-C870-4207-917C-0034D1493157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01A4CB-6EC6-48FB-A27F-993715AD398E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Input panjang</a:t>
          </a:r>
          <a:endParaRPr lang="en-US" sz="4000" kern="1200"/>
        </a:p>
      </dsp:txBody>
      <dsp:txXfrm>
        <a:off x="0" y="910762"/>
        <a:ext cx="6666833" cy="908098"/>
      </dsp:txXfrm>
    </dsp:sp>
    <dsp:sp modelId="{B5306F3E-67A3-4000-80B6-F964CF9D17D6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FF0E99-DEB9-45CB-B5F7-C535362427EC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Input lebar</a:t>
          </a:r>
          <a:endParaRPr lang="en-US" sz="4000" kern="1200"/>
        </a:p>
      </dsp:txBody>
      <dsp:txXfrm>
        <a:off x="0" y="1818861"/>
        <a:ext cx="6666833" cy="908098"/>
      </dsp:txXfrm>
    </dsp:sp>
    <dsp:sp modelId="{F4AA6CD9-402A-4EEB-818F-6455D19A132F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209055-D410-41AA-B230-74D108041AAD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Hitung luas = panjang × lebar</a:t>
          </a:r>
          <a:endParaRPr lang="en-US" sz="4000" kern="1200"/>
        </a:p>
      </dsp:txBody>
      <dsp:txXfrm>
        <a:off x="0" y="2726960"/>
        <a:ext cx="6666833" cy="908098"/>
      </dsp:txXfrm>
    </dsp:sp>
    <dsp:sp modelId="{8A521227-8600-427D-ADC4-7999BBFC1B8F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DA1BD3-47BE-462C-865F-E61CDE8E4168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Tampilkan luas</a:t>
          </a:r>
          <a:endParaRPr lang="en-US" sz="4000" kern="1200"/>
        </a:p>
      </dsp:txBody>
      <dsp:txXfrm>
        <a:off x="0" y="3635058"/>
        <a:ext cx="6666833" cy="908098"/>
      </dsp:txXfrm>
    </dsp:sp>
    <dsp:sp modelId="{4AE548D5-92A1-4E22-B70C-D15C2DA84353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C96DD9-463A-4EA4-BB7D-096E2B6A5B09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Selesai</a:t>
          </a:r>
          <a:endParaRPr lang="en-US" sz="4000" kern="1200"/>
        </a:p>
      </dsp:txBody>
      <dsp:txXfrm>
        <a:off x="0" y="4543157"/>
        <a:ext cx="6666833" cy="9080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344CD-5B67-442C-95E9-7FA024EF7FC4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7EDE67-1A54-4A0D-AF69-A44FC3FB6A5D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BEGIN</a:t>
          </a:r>
        </a:p>
      </dsp:txBody>
      <dsp:txXfrm>
        <a:off x="0" y="2663"/>
        <a:ext cx="6666833" cy="908098"/>
      </dsp:txXfrm>
    </dsp:sp>
    <dsp:sp modelId="{9D6EC4F0-D8F0-4D6C-8FBA-3751C82B0EB4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D70FC9-4986-431A-AA38-805A88E07ACE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INPUT panjang</a:t>
          </a:r>
        </a:p>
      </dsp:txBody>
      <dsp:txXfrm>
        <a:off x="0" y="910762"/>
        <a:ext cx="6666833" cy="908098"/>
      </dsp:txXfrm>
    </dsp:sp>
    <dsp:sp modelId="{5E63CD99-F1EA-426A-BFAF-134757BB637E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104886-804A-47D9-BE41-93F611BD675E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INPUT lebar</a:t>
          </a:r>
        </a:p>
      </dsp:txBody>
      <dsp:txXfrm>
        <a:off x="0" y="1818861"/>
        <a:ext cx="6666833" cy="908098"/>
      </dsp:txXfrm>
    </dsp:sp>
    <dsp:sp modelId="{0415A4C2-2E4C-4498-9946-7242374B383B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B0D2F9-8425-4BDB-AE9E-80FDBA0CCCD3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 err="1"/>
            <a:t>luas</a:t>
          </a:r>
          <a:r>
            <a:rPr lang="en-US" sz="4100" kern="1200" dirty="0"/>
            <a:t> = </a:t>
          </a:r>
          <a:r>
            <a:rPr lang="en-US" sz="4100" kern="1200" dirty="0" err="1"/>
            <a:t>panjang</a:t>
          </a:r>
          <a:r>
            <a:rPr lang="en-US" sz="4100" kern="1200" dirty="0"/>
            <a:t> * </a:t>
          </a:r>
          <a:r>
            <a:rPr lang="en-US" sz="4100" kern="1200" dirty="0" err="1"/>
            <a:t>lebar</a:t>
          </a:r>
          <a:endParaRPr lang="en-US" sz="4100" kern="1200" dirty="0"/>
        </a:p>
      </dsp:txBody>
      <dsp:txXfrm>
        <a:off x="0" y="2726960"/>
        <a:ext cx="6666833" cy="908098"/>
      </dsp:txXfrm>
    </dsp:sp>
    <dsp:sp modelId="{CBAA9247-0B9D-4A93-BAA2-87968876EE02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C965857-7825-4F8A-ADFF-A8D6864A827D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PRINT luas</a:t>
          </a:r>
        </a:p>
      </dsp:txBody>
      <dsp:txXfrm>
        <a:off x="0" y="3635058"/>
        <a:ext cx="6666833" cy="908098"/>
      </dsp:txXfrm>
    </dsp:sp>
    <dsp:sp modelId="{AFDB9A56-163E-48AA-852B-6C9E2419E799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251502-BFAD-4088-9142-07FC6A660543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END</a:t>
          </a:r>
        </a:p>
      </dsp:txBody>
      <dsp:txXfrm>
        <a:off x="0" y="4543157"/>
        <a:ext cx="6666833" cy="9080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F7987-5D45-4192-91D8-625C9E45ACE1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6F66D-15A9-4617-BE64-9DF3A79F0C25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Mulai</a:t>
          </a:r>
          <a:endParaRPr lang="en-US" sz="2800" kern="1200"/>
        </a:p>
      </dsp:txBody>
      <dsp:txXfrm>
        <a:off x="0" y="531"/>
        <a:ext cx="10515600" cy="621467"/>
      </dsp:txXfrm>
    </dsp:sp>
    <dsp:sp modelId="{8D60DA50-C597-4A6A-AE02-060640078F69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C1164-0B5E-40C0-A8CE-34C8B1F34001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Input gaji_pokok</a:t>
          </a:r>
          <a:endParaRPr lang="en-US" sz="2800" kern="1200"/>
        </a:p>
      </dsp:txBody>
      <dsp:txXfrm>
        <a:off x="0" y="621999"/>
        <a:ext cx="10515600" cy="621467"/>
      </dsp:txXfrm>
    </dsp:sp>
    <dsp:sp modelId="{5A1DF744-2D55-459E-8346-3E2E2C90653C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F2325-4620-41AC-B71B-6BB2FF192F36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Input tunjangan</a:t>
          </a:r>
          <a:endParaRPr lang="en-US" sz="2800" kern="1200"/>
        </a:p>
      </dsp:txBody>
      <dsp:txXfrm>
        <a:off x="0" y="1243467"/>
        <a:ext cx="10515600" cy="621467"/>
      </dsp:txXfrm>
    </dsp:sp>
    <dsp:sp modelId="{66913A88-184B-48DA-BC9E-9AC67873A244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FB446-303F-40F9-9BB0-93BE00E5403A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Input potongan</a:t>
          </a:r>
          <a:endParaRPr lang="en-US" sz="2800" kern="1200"/>
        </a:p>
      </dsp:txBody>
      <dsp:txXfrm>
        <a:off x="0" y="1864935"/>
        <a:ext cx="10515600" cy="621467"/>
      </dsp:txXfrm>
    </dsp:sp>
    <dsp:sp modelId="{74BDDD09-1B48-4F89-94E0-75B00387F8BC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C5273-FBB1-48D9-804A-397D289B7251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Hitung gaji_bersih = gaji_pokok + tunjangan - potongan</a:t>
          </a:r>
          <a:endParaRPr lang="en-US" sz="2800" kern="1200"/>
        </a:p>
      </dsp:txBody>
      <dsp:txXfrm>
        <a:off x="0" y="2486402"/>
        <a:ext cx="10515600" cy="621467"/>
      </dsp:txXfrm>
    </dsp:sp>
    <dsp:sp modelId="{409049B5-B861-4DA4-BDBD-8AE26FB462B5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0ECD0-B66A-4990-A60E-15F834A2019F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Tampilkan gaji_bersih</a:t>
          </a:r>
          <a:endParaRPr lang="en-US" sz="2800" kern="1200"/>
        </a:p>
      </dsp:txBody>
      <dsp:txXfrm>
        <a:off x="0" y="3107870"/>
        <a:ext cx="10515600" cy="621467"/>
      </dsp:txXfrm>
    </dsp:sp>
    <dsp:sp modelId="{7CD31D3A-BCA0-492D-9691-5063D28FFD8E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0B22F-D104-4E72-A434-306358791423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Selesai</a:t>
          </a:r>
          <a:endParaRPr lang="en-US" sz="2800" kern="1200"/>
        </a:p>
      </dsp:txBody>
      <dsp:txXfrm>
        <a:off x="0" y="3729338"/>
        <a:ext cx="10515600" cy="6214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B637D-99D0-431F-9C8D-FFB4F7C9314E}">
      <dsp:nvSpPr>
        <dsp:cNvPr id="0" name=""/>
        <dsp:cNvSpPr/>
      </dsp:nvSpPr>
      <dsp:spPr>
        <a:xfrm>
          <a:off x="0" y="679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E8DA4-720A-486A-A2D5-8247E9056FE6}">
      <dsp:nvSpPr>
        <dsp:cNvPr id="0" name=""/>
        <dsp:cNvSpPr/>
      </dsp:nvSpPr>
      <dsp:spPr>
        <a:xfrm>
          <a:off x="0" y="679"/>
          <a:ext cx="6735443" cy="79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BEGIN</a:t>
          </a:r>
        </a:p>
      </dsp:txBody>
      <dsp:txXfrm>
        <a:off x="0" y="679"/>
        <a:ext cx="6735443" cy="794749"/>
      </dsp:txXfrm>
    </dsp:sp>
    <dsp:sp modelId="{ADD916E2-868A-45F0-85D6-F4DFFCC71BFD}">
      <dsp:nvSpPr>
        <dsp:cNvPr id="0" name=""/>
        <dsp:cNvSpPr/>
      </dsp:nvSpPr>
      <dsp:spPr>
        <a:xfrm>
          <a:off x="0" y="795428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33906-930E-45C9-A0AC-C287F3A4BC79}">
      <dsp:nvSpPr>
        <dsp:cNvPr id="0" name=""/>
        <dsp:cNvSpPr/>
      </dsp:nvSpPr>
      <dsp:spPr>
        <a:xfrm>
          <a:off x="0" y="795428"/>
          <a:ext cx="6735443" cy="79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INPUT gaji_pokok</a:t>
          </a:r>
        </a:p>
      </dsp:txBody>
      <dsp:txXfrm>
        <a:off x="0" y="795428"/>
        <a:ext cx="6735443" cy="794749"/>
      </dsp:txXfrm>
    </dsp:sp>
    <dsp:sp modelId="{5AFB076B-44BC-4FC0-8E8E-6BFC5429F241}">
      <dsp:nvSpPr>
        <dsp:cNvPr id="0" name=""/>
        <dsp:cNvSpPr/>
      </dsp:nvSpPr>
      <dsp:spPr>
        <a:xfrm>
          <a:off x="0" y="1590177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104E4-8BF2-480A-B028-D963A144E1DC}">
      <dsp:nvSpPr>
        <dsp:cNvPr id="0" name=""/>
        <dsp:cNvSpPr/>
      </dsp:nvSpPr>
      <dsp:spPr>
        <a:xfrm>
          <a:off x="0" y="1590177"/>
          <a:ext cx="6735443" cy="79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INPUT tunjangan</a:t>
          </a:r>
        </a:p>
      </dsp:txBody>
      <dsp:txXfrm>
        <a:off x="0" y="1590177"/>
        <a:ext cx="6735443" cy="794749"/>
      </dsp:txXfrm>
    </dsp:sp>
    <dsp:sp modelId="{2426AB24-ABA2-446A-9E10-30ED474058D6}">
      <dsp:nvSpPr>
        <dsp:cNvPr id="0" name=""/>
        <dsp:cNvSpPr/>
      </dsp:nvSpPr>
      <dsp:spPr>
        <a:xfrm>
          <a:off x="0" y="2384926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39AF8-0C13-4E05-BF2A-441F78CE9AED}">
      <dsp:nvSpPr>
        <dsp:cNvPr id="0" name=""/>
        <dsp:cNvSpPr/>
      </dsp:nvSpPr>
      <dsp:spPr>
        <a:xfrm>
          <a:off x="0" y="2384926"/>
          <a:ext cx="6735443" cy="79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INPUT potongan</a:t>
          </a:r>
        </a:p>
      </dsp:txBody>
      <dsp:txXfrm>
        <a:off x="0" y="2384926"/>
        <a:ext cx="6735443" cy="794749"/>
      </dsp:txXfrm>
    </dsp:sp>
    <dsp:sp modelId="{0AC482C8-9381-4E98-8675-6C9ED208AD97}">
      <dsp:nvSpPr>
        <dsp:cNvPr id="0" name=""/>
        <dsp:cNvSpPr/>
      </dsp:nvSpPr>
      <dsp:spPr>
        <a:xfrm>
          <a:off x="0" y="3179675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4085D-B4D5-4EBB-B04F-32E14B241F71}">
      <dsp:nvSpPr>
        <dsp:cNvPr id="0" name=""/>
        <dsp:cNvSpPr/>
      </dsp:nvSpPr>
      <dsp:spPr>
        <a:xfrm>
          <a:off x="0" y="3179675"/>
          <a:ext cx="6735443" cy="79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gaji_bersih ← gaji_pokok + tunjangan - potongan</a:t>
          </a:r>
        </a:p>
      </dsp:txBody>
      <dsp:txXfrm>
        <a:off x="0" y="3179675"/>
        <a:ext cx="6735443" cy="794749"/>
      </dsp:txXfrm>
    </dsp:sp>
    <dsp:sp modelId="{C04D5BA0-51A8-4FE4-865D-5E9079B33483}">
      <dsp:nvSpPr>
        <dsp:cNvPr id="0" name=""/>
        <dsp:cNvSpPr/>
      </dsp:nvSpPr>
      <dsp:spPr>
        <a:xfrm>
          <a:off x="0" y="3974424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033AF-896A-48B5-851D-6CDA30BEF45C}">
      <dsp:nvSpPr>
        <dsp:cNvPr id="0" name=""/>
        <dsp:cNvSpPr/>
      </dsp:nvSpPr>
      <dsp:spPr>
        <a:xfrm>
          <a:off x="0" y="3974424"/>
          <a:ext cx="6735443" cy="79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PRINT gaji_bersih</a:t>
          </a:r>
        </a:p>
      </dsp:txBody>
      <dsp:txXfrm>
        <a:off x="0" y="3974424"/>
        <a:ext cx="6735443" cy="794749"/>
      </dsp:txXfrm>
    </dsp:sp>
    <dsp:sp modelId="{6A9EE954-4BC1-42FF-95E3-BB2E56E3FA43}">
      <dsp:nvSpPr>
        <dsp:cNvPr id="0" name=""/>
        <dsp:cNvSpPr/>
      </dsp:nvSpPr>
      <dsp:spPr>
        <a:xfrm>
          <a:off x="0" y="4769173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92D78-B09D-4536-BD87-5D74700D01B3}">
      <dsp:nvSpPr>
        <dsp:cNvPr id="0" name=""/>
        <dsp:cNvSpPr/>
      </dsp:nvSpPr>
      <dsp:spPr>
        <a:xfrm>
          <a:off x="0" y="4769173"/>
          <a:ext cx="6735443" cy="794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END</a:t>
          </a:r>
        </a:p>
      </dsp:txBody>
      <dsp:txXfrm>
        <a:off x="0" y="4769173"/>
        <a:ext cx="6735443" cy="7947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EF6CE-FE42-4D49-AA21-1C44B9356981}">
      <dsp:nvSpPr>
        <dsp:cNvPr id="0" name=""/>
        <dsp:cNvSpPr/>
      </dsp:nvSpPr>
      <dsp:spPr>
        <a:xfrm>
          <a:off x="0" y="679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B3DF0-D111-4640-8F24-20EA8927A037}">
      <dsp:nvSpPr>
        <dsp:cNvPr id="0" name=""/>
        <dsp:cNvSpPr/>
      </dsp:nvSpPr>
      <dsp:spPr>
        <a:xfrm>
          <a:off x="0" y="679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jumlah_produksi</a:t>
          </a:r>
          <a:endParaRPr lang="en-US" sz="4100" kern="1200"/>
        </a:p>
      </dsp:txBody>
      <dsp:txXfrm>
        <a:off x="0" y="679"/>
        <a:ext cx="6735443" cy="1112648"/>
      </dsp:txXfrm>
    </dsp:sp>
    <dsp:sp modelId="{60915333-0012-4A53-B1D3-C47EB64638E5}">
      <dsp:nvSpPr>
        <dsp:cNvPr id="0" name=""/>
        <dsp:cNvSpPr/>
      </dsp:nvSpPr>
      <dsp:spPr>
        <a:xfrm>
          <a:off x="0" y="1113327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EB3E0-52B6-486C-A043-62EAA9E5B7E6}">
      <dsp:nvSpPr>
        <dsp:cNvPr id="0" name=""/>
        <dsp:cNvSpPr/>
      </dsp:nvSpPr>
      <dsp:spPr>
        <a:xfrm>
          <a:off x="0" y="1113327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biaya_bahan_baku_per_unit</a:t>
          </a:r>
          <a:endParaRPr lang="en-US" sz="4100" kern="1200"/>
        </a:p>
      </dsp:txBody>
      <dsp:txXfrm>
        <a:off x="0" y="1113327"/>
        <a:ext cx="6735443" cy="1112648"/>
      </dsp:txXfrm>
    </dsp:sp>
    <dsp:sp modelId="{C9F759CE-CC7A-4B0B-B636-709867936313}">
      <dsp:nvSpPr>
        <dsp:cNvPr id="0" name=""/>
        <dsp:cNvSpPr/>
      </dsp:nvSpPr>
      <dsp:spPr>
        <a:xfrm>
          <a:off x="0" y="2225976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B870C-16CD-4D65-8A0E-545ED1DB8C66}">
      <dsp:nvSpPr>
        <dsp:cNvPr id="0" name=""/>
        <dsp:cNvSpPr/>
      </dsp:nvSpPr>
      <dsp:spPr>
        <a:xfrm>
          <a:off x="0" y="2225976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biaya_tenaga_kerja_per_unit</a:t>
          </a:r>
          <a:endParaRPr lang="en-US" sz="4100" kern="1200"/>
        </a:p>
      </dsp:txBody>
      <dsp:txXfrm>
        <a:off x="0" y="2225976"/>
        <a:ext cx="6735443" cy="1112648"/>
      </dsp:txXfrm>
    </dsp:sp>
    <dsp:sp modelId="{9BC9A031-9041-4EC3-AC09-9FCD5C43CA5D}">
      <dsp:nvSpPr>
        <dsp:cNvPr id="0" name=""/>
        <dsp:cNvSpPr/>
      </dsp:nvSpPr>
      <dsp:spPr>
        <a:xfrm>
          <a:off x="0" y="3338625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4B93F-2375-4030-BB2B-22742D0B7AB3}">
      <dsp:nvSpPr>
        <dsp:cNvPr id="0" name=""/>
        <dsp:cNvSpPr/>
      </dsp:nvSpPr>
      <dsp:spPr>
        <a:xfrm>
          <a:off x="0" y="3338625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biaya_overhead_per_unit</a:t>
          </a:r>
          <a:endParaRPr lang="en-US" sz="4100" kern="1200"/>
        </a:p>
      </dsp:txBody>
      <dsp:txXfrm>
        <a:off x="0" y="3338625"/>
        <a:ext cx="6735443" cy="1112648"/>
      </dsp:txXfrm>
    </dsp:sp>
    <dsp:sp modelId="{E2F3D5A7-05AD-49B9-B433-34017032C925}">
      <dsp:nvSpPr>
        <dsp:cNvPr id="0" name=""/>
        <dsp:cNvSpPr/>
      </dsp:nvSpPr>
      <dsp:spPr>
        <a:xfrm>
          <a:off x="0" y="4451274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ED6FF-86AF-47BF-B0C3-C82F8F0F4BA3}">
      <dsp:nvSpPr>
        <dsp:cNvPr id="0" name=""/>
        <dsp:cNvSpPr/>
      </dsp:nvSpPr>
      <dsp:spPr>
        <a:xfrm>
          <a:off x="0" y="4451274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/>
            <a:t>persentase_markup</a:t>
          </a:r>
          <a:endParaRPr lang="en-US" sz="4100" kern="1200"/>
        </a:p>
      </dsp:txBody>
      <dsp:txXfrm>
        <a:off x="0" y="4451274"/>
        <a:ext cx="6735443" cy="11126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81987-4298-4FAE-89A1-CF5B00DE7892}">
      <dsp:nvSpPr>
        <dsp:cNvPr id="0" name=""/>
        <dsp:cNvSpPr/>
      </dsp:nvSpPr>
      <dsp:spPr>
        <a:xfrm>
          <a:off x="0" y="0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6B3A0-3E18-435D-A69D-92F50349E9E4}">
      <dsp:nvSpPr>
        <dsp:cNvPr id="0" name=""/>
        <dsp:cNvSpPr/>
      </dsp:nvSpPr>
      <dsp:spPr>
        <a:xfrm>
          <a:off x="0" y="0"/>
          <a:ext cx="6735443" cy="6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Total Biaya Bahan Baku</a:t>
          </a:r>
          <a:br>
            <a:rPr lang="en-US" sz="1700" b="0" i="0" kern="1200" baseline="0"/>
          </a:br>
          <a:r>
            <a:rPr lang="en-US" sz="1700" b="0" i="0" kern="1200" baseline="0"/>
            <a:t>= jumlah_produksi × biaya_bahan_baku_per_unit</a:t>
          </a:r>
          <a:endParaRPr lang="en-US" sz="1700" kern="1200"/>
        </a:p>
      </dsp:txBody>
      <dsp:txXfrm>
        <a:off x="0" y="0"/>
        <a:ext cx="6735443" cy="695575"/>
      </dsp:txXfrm>
    </dsp:sp>
    <dsp:sp modelId="{3ED6676E-2E53-4E40-A0A2-EBE43C560242}">
      <dsp:nvSpPr>
        <dsp:cNvPr id="0" name=""/>
        <dsp:cNvSpPr/>
      </dsp:nvSpPr>
      <dsp:spPr>
        <a:xfrm>
          <a:off x="0" y="695575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0D7BA-678F-45DF-A980-AECB1BB88A12}">
      <dsp:nvSpPr>
        <dsp:cNvPr id="0" name=""/>
        <dsp:cNvSpPr/>
      </dsp:nvSpPr>
      <dsp:spPr>
        <a:xfrm>
          <a:off x="0" y="695575"/>
          <a:ext cx="6735443" cy="6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Total Biaya Tenaga Kerja</a:t>
          </a:r>
          <a:br>
            <a:rPr lang="en-US" sz="1700" b="0" i="0" kern="1200" baseline="0"/>
          </a:br>
          <a:r>
            <a:rPr lang="en-US" sz="1700" b="0" i="0" kern="1200" baseline="0"/>
            <a:t>= jumlah_produksi × biaya_tenaga_kerja_per_unit</a:t>
          </a:r>
          <a:endParaRPr lang="en-US" sz="1700" kern="1200"/>
        </a:p>
      </dsp:txBody>
      <dsp:txXfrm>
        <a:off x="0" y="695575"/>
        <a:ext cx="6735443" cy="695575"/>
      </dsp:txXfrm>
    </dsp:sp>
    <dsp:sp modelId="{DD3F2AC3-100A-4D36-AE08-956ED07455B1}">
      <dsp:nvSpPr>
        <dsp:cNvPr id="0" name=""/>
        <dsp:cNvSpPr/>
      </dsp:nvSpPr>
      <dsp:spPr>
        <a:xfrm>
          <a:off x="0" y="1391150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DDF8E-AB1A-41B3-AC31-80C1E2EE6A6E}">
      <dsp:nvSpPr>
        <dsp:cNvPr id="0" name=""/>
        <dsp:cNvSpPr/>
      </dsp:nvSpPr>
      <dsp:spPr>
        <a:xfrm>
          <a:off x="0" y="1391150"/>
          <a:ext cx="6735443" cy="6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Total Biaya Overhead</a:t>
          </a:r>
          <a:br>
            <a:rPr lang="en-US" sz="1700" b="0" i="0" kern="1200" baseline="0"/>
          </a:br>
          <a:r>
            <a:rPr lang="en-US" sz="1700" b="0" i="0" kern="1200" baseline="0"/>
            <a:t>= jumlah_produksi × biaya_overhead_per_unit</a:t>
          </a:r>
          <a:endParaRPr lang="en-US" sz="1700" kern="1200"/>
        </a:p>
      </dsp:txBody>
      <dsp:txXfrm>
        <a:off x="0" y="1391150"/>
        <a:ext cx="6735443" cy="695575"/>
      </dsp:txXfrm>
    </dsp:sp>
    <dsp:sp modelId="{2D460907-52A9-443A-9553-B6C159FD6928}">
      <dsp:nvSpPr>
        <dsp:cNvPr id="0" name=""/>
        <dsp:cNvSpPr/>
      </dsp:nvSpPr>
      <dsp:spPr>
        <a:xfrm>
          <a:off x="0" y="2086725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CA3BA-31B3-4924-B166-BB8AD8C84778}">
      <dsp:nvSpPr>
        <dsp:cNvPr id="0" name=""/>
        <dsp:cNvSpPr/>
      </dsp:nvSpPr>
      <dsp:spPr>
        <a:xfrm>
          <a:off x="0" y="2086725"/>
          <a:ext cx="6735443" cy="6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Total Biaya Produksi</a:t>
          </a:r>
          <a:br>
            <a:rPr lang="en-US" sz="1700" b="0" i="0" kern="1200" baseline="0"/>
          </a:br>
          <a:r>
            <a:rPr lang="en-US" sz="1700" b="0" i="0" kern="1200" baseline="0"/>
            <a:t>= bahan baku + tenaga kerja + overhead</a:t>
          </a:r>
          <a:endParaRPr lang="en-US" sz="1700" kern="1200"/>
        </a:p>
      </dsp:txBody>
      <dsp:txXfrm>
        <a:off x="0" y="2086725"/>
        <a:ext cx="6735443" cy="695575"/>
      </dsp:txXfrm>
    </dsp:sp>
    <dsp:sp modelId="{96AA6DF5-7649-4FE5-8BD9-B021C50495D5}">
      <dsp:nvSpPr>
        <dsp:cNvPr id="0" name=""/>
        <dsp:cNvSpPr/>
      </dsp:nvSpPr>
      <dsp:spPr>
        <a:xfrm>
          <a:off x="0" y="2782301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61FE8-4F4E-4B3A-B0D0-A9277B386D50}">
      <dsp:nvSpPr>
        <dsp:cNvPr id="0" name=""/>
        <dsp:cNvSpPr/>
      </dsp:nvSpPr>
      <dsp:spPr>
        <a:xfrm>
          <a:off x="0" y="2782301"/>
          <a:ext cx="6735443" cy="6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Biaya Produksi per Unit</a:t>
          </a:r>
          <a:br>
            <a:rPr lang="en-US" sz="1700" b="0" i="0" kern="1200" baseline="0"/>
          </a:br>
          <a:r>
            <a:rPr lang="en-US" sz="1700" b="0" i="0" kern="1200" baseline="0"/>
            <a:t>= total_biaya_produksi / jumlah_produksi</a:t>
          </a:r>
          <a:endParaRPr lang="en-US" sz="1700" kern="1200"/>
        </a:p>
      </dsp:txBody>
      <dsp:txXfrm>
        <a:off x="0" y="2782301"/>
        <a:ext cx="6735443" cy="695575"/>
      </dsp:txXfrm>
    </dsp:sp>
    <dsp:sp modelId="{A4662C2D-45B6-4577-9E70-1510FF0A5EFC}">
      <dsp:nvSpPr>
        <dsp:cNvPr id="0" name=""/>
        <dsp:cNvSpPr/>
      </dsp:nvSpPr>
      <dsp:spPr>
        <a:xfrm>
          <a:off x="0" y="3477876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CAFA1-3FE6-4C68-929C-FB5762CF8CF0}">
      <dsp:nvSpPr>
        <dsp:cNvPr id="0" name=""/>
        <dsp:cNvSpPr/>
      </dsp:nvSpPr>
      <dsp:spPr>
        <a:xfrm>
          <a:off x="0" y="3477876"/>
          <a:ext cx="6735443" cy="6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Harga Jual per Unit</a:t>
          </a:r>
          <a:br>
            <a:rPr lang="en-US" sz="1700" b="0" i="0" kern="1200" baseline="0"/>
          </a:br>
          <a:r>
            <a:rPr lang="en-US" sz="1700" b="0" i="0" kern="1200" baseline="0"/>
            <a:t>= biaya_produksi_per_unit + (biaya_produksi_per_unit × markup / 100)</a:t>
          </a:r>
          <a:endParaRPr lang="en-US" sz="1700" kern="1200"/>
        </a:p>
      </dsp:txBody>
      <dsp:txXfrm>
        <a:off x="0" y="3477876"/>
        <a:ext cx="6735443" cy="695575"/>
      </dsp:txXfrm>
    </dsp:sp>
    <dsp:sp modelId="{7EAB0ECA-9B9A-4376-A023-A23C5557D31B}">
      <dsp:nvSpPr>
        <dsp:cNvPr id="0" name=""/>
        <dsp:cNvSpPr/>
      </dsp:nvSpPr>
      <dsp:spPr>
        <a:xfrm>
          <a:off x="0" y="4173451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9F51A-2856-40CA-AADE-EA88F9513592}">
      <dsp:nvSpPr>
        <dsp:cNvPr id="0" name=""/>
        <dsp:cNvSpPr/>
      </dsp:nvSpPr>
      <dsp:spPr>
        <a:xfrm>
          <a:off x="0" y="4173451"/>
          <a:ext cx="6735443" cy="6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Total Pendapatan</a:t>
          </a:r>
          <a:br>
            <a:rPr lang="en-US" sz="1700" b="0" i="0" kern="1200" baseline="0"/>
          </a:br>
          <a:r>
            <a:rPr lang="en-US" sz="1700" b="0" i="0" kern="1200" baseline="0"/>
            <a:t>= harga_jual_per_unit × jumlah_produksi</a:t>
          </a:r>
          <a:endParaRPr lang="en-US" sz="1700" kern="1200"/>
        </a:p>
      </dsp:txBody>
      <dsp:txXfrm>
        <a:off x="0" y="4173451"/>
        <a:ext cx="6735443" cy="695575"/>
      </dsp:txXfrm>
    </dsp:sp>
    <dsp:sp modelId="{CA4BCAE5-8BE0-490C-A02F-FE5D8DE585CF}">
      <dsp:nvSpPr>
        <dsp:cNvPr id="0" name=""/>
        <dsp:cNvSpPr/>
      </dsp:nvSpPr>
      <dsp:spPr>
        <a:xfrm>
          <a:off x="0" y="4869026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9DD73-CA9D-439A-86E8-DE2654C0913E}">
      <dsp:nvSpPr>
        <dsp:cNvPr id="0" name=""/>
        <dsp:cNvSpPr/>
      </dsp:nvSpPr>
      <dsp:spPr>
        <a:xfrm>
          <a:off x="0" y="4869026"/>
          <a:ext cx="6735443" cy="695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Laba Kotor</a:t>
          </a:r>
          <a:br>
            <a:rPr lang="en-US" sz="1700" b="0" i="0" kern="1200" baseline="0"/>
          </a:br>
          <a:r>
            <a:rPr lang="en-US" sz="1700" b="0" i="0" kern="1200" baseline="0"/>
            <a:t>= total_pendapatan – total_biaya_produksi</a:t>
          </a:r>
          <a:endParaRPr lang="en-US" sz="1700" kern="1200"/>
        </a:p>
      </dsp:txBody>
      <dsp:txXfrm>
        <a:off x="0" y="4869026"/>
        <a:ext cx="6735443" cy="6955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06A4A-19CE-449C-84AF-EC05A02512C0}">
      <dsp:nvSpPr>
        <dsp:cNvPr id="0" name=""/>
        <dsp:cNvSpPr/>
      </dsp:nvSpPr>
      <dsp:spPr>
        <a:xfrm>
          <a:off x="0" y="0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C9E64-0ACA-46E6-8D28-B8C73FE9251E}">
      <dsp:nvSpPr>
        <dsp:cNvPr id="0" name=""/>
        <dsp:cNvSpPr/>
      </dsp:nvSpPr>
      <dsp:spPr>
        <a:xfrm>
          <a:off x="0" y="0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Mulai</a:t>
          </a:r>
          <a:endParaRPr lang="en-US" sz="1600" kern="1200"/>
        </a:p>
      </dsp:txBody>
      <dsp:txXfrm>
        <a:off x="0" y="0"/>
        <a:ext cx="6735443" cy="347787"/>
      </dsp:txXfrm>
    </dsp:sp>
    <dsp:sp modelId="{A4B4F089-1BD2-4394-B5DA-51B202FB78B2}">
      <dsp:nvSpPr>
        <dsp:cNvPr id="0" name=""/>
        <dsp:cNvSpPr/>
      </dsp:nvSpPr>
      <dsp:spPr>
        <a:xfrm>
          <a:off x="0" y="347787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EC9E4-21CD-4D36-AF7F-E33DC866050E}">
      <dsp:nvSpPr>
        <dsp:cNvPr id="0" name=""/>
        <dsp:cNvSpPr/>
      </dsp:nvSpPr>
      <dsp:spPr>
        <a:xfrm>
          <a:off x="0" y="347787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Input jumlah_produksi</a:t>
          </a:r>
          <a:endParaRPr lang="en-US" sz="1600" kern="1200"/>
        </a:p>
      </dsp:txBody>
      <dsp:txXfrm>
        <a:off x="0" y="347787"/>
        <a:ext cx="6735443" cy="347787"/>
      </dsp:txXfrm>
    </dsp:sp>
    <dsp:sp modelId="{BC475DBA-BC89-4453-8021-E0E08EFCFDCB}">
      <dsp:nvSpPr>
        <dsp:cNvPr id="0" name=""/>
        <dsp:cNvSpPr/>
      </dsp:nvSpPr>
      <dsp:spPr>
        <a:xfrm>
          <a:off x="0" y="695575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DA6C2-F443-4ACE-B213-5536F4C8EDC7}">
      <dsp:nvSpPr>
        <dsp:cNvPr id="0" name=""/>
        <dsp:cNvSpPr/>
      </dsp:nvSpPr>
      <dsp:spPr>
        <a:xfrm>
          <a:off x="0" y="695575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Input biaya_bahan_baku_per_unit</a:t>
          </a:r>
          <a:endParaRPr lang="en-US" sz="1600" kern="1200"/>
        </a:p>
      </dsp:txBody>
      <dsp:txXfrm>
        <a:off x="0" y="695575"/>
        <a:ext cx="6735443" cy="347787"/>
      </dsp:txXfrm>
    </dsp:sp>
    <dsp:sp modelId="{E4699AC1-C86C-41B4-921B-40D87D7B32F3}">
      <dsp:nvSpPr>
        <dsp:cNvPr id="0" name=""/>
        <dsp:cNvSpPr/>
      </dsp:nvSpPr>
      <dsp:spPr>
        <a:xfrm>
          <a:off x="0" y="1043362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99AEB-674D-4437-8500-2E79336E01BB}">
      <dsp:nvSpPr>
        <dsp:cNvPr id="0" name=""/>
        <dsp:cNvSpPr/>
      </dsp:nvSpPr>
      <dsp:spPr>
        <a:xfrm>
          <a:off x="0" y="1043362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Input biaya_tenaga_kerja_per_unit</a:t>
          </a:r>
          <a:endParaRPr lang="en-US" sz="1600" kern="1200"/>
        </a:p>
      </dsp:txBody>
      <dsp:txXfrm>
        <a:off x="0" y="1043362"/>
        <a:ext cx="6735443" cy="347787"/>
      </dsp:txXfrm>
    </dsp:sp>
    <dsp:sp modelId="{2E15C5DD-6A94-4E3C-BA87-7B32D79F4761}">
      <dsp:nvSpPr>
        <dsp:cNvPr id="0" name=""/>
        <dsp:cNvSpPr/>
      </dsp:nvSpPr>
      <dsp:spPr>
        <a:xfrm>
          <a:off x="0" y="1391150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459DD-71E8-45E7-BCF8-5742FAB2B7B7}">
      <dsp:nvSpPr>
        <dsp:cNvPr id="0" name=""/>
        <dsp:cNvSpPr/>
      </dsp:nvSpPr>
      <dsp:spPr>
        <a:xfrm>
          <a:off x="0" y="1391150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Input biaya_overhead_per_unit</a:t>
          </a:r>
          <a:endParaRPr lang="en-US" sz="1600" kern="1200"/>
        </a:p>
      </dsp:txBody>
      <dsp:txXfrm>
        <a:off x="0" y="1391150"/>
        <a:ext cx="6735443" cy="347787"/>
      </dsp:txXfrm>
    </dsp:sp>
    <dsp:sp modelId="{900EDAD2-47D0-4F31-A8FE-F379D2E552CA}">
      <dsp:nvSpPr>
        <dsp:cNvPr id="0" name=""/>
        <dsp:cNvSpPr/>
      </dsp:nvSpPr>
      <dsp:spPr>
        <a:xfrm>
          <a:off x="0" y="1738938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B8C8C-3DC8-47CB-9124-F773BC866AB9}">
      <dsp:nvSpPr>
        <dsp:cNvPr id="0" name=""/>
        <dsp:cNvSpPr/>
      </dsp:nvSpPr>
      <dsp:spPr>
        <a:xfrm>
          <a:off x="0" y="1738938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Input persentase_markup</a:t>
          </a:r>
          <a:endParaRPr lang="en-US" sz="1600" kern="1200"/>
        </a:p>
      </dsp:txBody>
      <dsp:txXfrm>
        <a:off x="0" y="1738938"/>
        <a:ext cx="6735443" cy="347787"/>
      </dsp:txXfrm>
    </dsp:sp>
    <dsp:sp modelId="{3DDA8D7F-99E9-4A91-A30A-138739C1D1AD}">
      <dsp:nvSpPr>
        <dsp:cNvPr id="0" name=""/>
        <dsp:cNvSpPr/>
      </dsp:nvSpPr>
      <dsp:spPr>
        <a:xfrm>
          <a:off x="0" y="2086725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4D472-C038-4609-BEDD-6EB34524A2F1}">
      <dsp:nvSpPr>
        <dsp:cNvPr id="0" name=""/>
        <dsp:cNvSpPr/>
      </dsp:nvSpPr>
      <dsp:spPr>
        <a:xfrm>
          <a:off x="0" y="2086725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Hitung total_bahan_baku</a:t>
          </a:r>
          <a:endParaRPr lang="en-US" sz="1600" kern="1200"/>
        </a:p>
      </dsp:txBody>
      <dsp:txXfrm>
        <a:off x="0" y="2086725"/>
        <a:ext cx="6735443" cy="347787"/>
      </dsp:txXfrm>
    </dsp:sp>
    <dsp:sp modelId="{A22F14CF-B304-4365-B8CD-2CB15D7AC817}">
      <dsp:nvSpPr>
        <dsp:cNvPr id="0" name=""/>
        <dsp:cNvSpPr/>
      </dsp:nvSpPr>
      <dsp:spPr>
        <a:xfrm>
          <a:off x="0" y="2434513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29082-CAF3-4DB8-8AB7-E13BD90B6156}">
      <dsp:nvSpPr>
        <dsp:cNvPr id="0" name=""/>
        <dsp:cNvSpPr/>
      </dsp:nvSpPr>
      <dsp:spPr>
        <a:xfrm>
          <a:off x="0" y="2434513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Hitung total_tenaga_kerja</a:t>
          </a:r>
          <a:endParaRPr lang="en-US" sz="1600" kern="1200"/>
        </a:p>
      </dsp:txBody>
      <dsp:txXfrm>
        <a:off x="0" y="2434513"/>
        <a:ext cx="6735443" cy="347787"/>
      </dsp:txXfrm>
    </dsp:sp>
    <dsp:sp modelId="{804A1DBE-5B3E-4100-8698-5F679C44741F}">
      <dsp:nvSpPr>
        <dsp:cNvPr id="0" name=""/>
        <dsp:cNvSpPr/>
      </dsp:nvSpPr>
      <dsp:spPr>
        <a:xfrm>
          <a:off x="0" y="2782301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C81F5-2747-4D2D-A9CD-9B1FEE93B037}">
      <dsp:nvSpPr>
        <dsp:cNvPr id="0" name=""/>
        <dsp:cNvSpPr/>
      </dsp:nvSpPr>
      <dsp:spPr>
        <a:xfrm>
          <a:off x="0" y="2782301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Hitung total_overhead</a:t>
          </a:r>
          <a:endParaRPr lang="en-US" sz="1600" kern="1200"/>
        </a:p>
      </dsp:txBody>
      <dsp:txXfrm>
        <a:off x="0" y="2782301"/>
        <a:ext cx="6735443" cy="347787"/>
      </dsp:txXfrm>
    </dsp:sp>
    <dsp:sp modelId="{939E1908-4B47-4D0F-BE2A-F1F003CB4953}">
      <dsp:nvSpPr>
        <dsp:cNvPr id="0" name=""/>
        <dsp:cNvSpPr/>
      </dsp:nvSpPr>
      <dsp:spPr>
        <a:xfrm>
          <a:off x="0" y="3130088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67F0E-116B-4976-A032-C1A78F0FF973}">
      <dsp:nvSpPr>
        <dsp:cNvPr id="0" name=""/>
        <dsp:cNvSpPr/>
      </dsp:nvSpPr>
      <dsp:spPr>
        <a:xfrm>
          <a:off x="0" y="3130088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Hitung total_biaya_produksi</a:t>
          </a:r>
          <a:endParaRPr lang="en-US" sz="1600" kern="1200"/>
        </a:p>
      </dsp:txBody>
      <dsp:txXfrm>
        <a:off x="0" y="3130088"/>
        <a:ext cx="6735443" cy="347787"/>
      </dsp:txXfrm>
    </dsp:sp>
    <dsp:sp modelId="{6E123331-BC93-4B73-BEBD-BFD696A67C5D}">
      <dsp:nvSpPr>
        <dsp:cNvPr id="0" name=""/>
        <dsp:cNvSpPr/>
      </dsp:nvSpPr>
      <dsp:spPr>
        <a:xfrm>
          <a:off x="0" y="3477876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E911C-FF8E-4C3D-9BD8-4D3D0E460BDF}">
      <dsp:nvSpPr>
        <dsp:cNvPr id="0" name=""/>
        <dsp:cNvSpPr/>
      </dsp:nvSpPr>
      <dsp:spPr>
        <a:xfrm>
          <a:off x="0" y="3477876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Hitung biaya_produksi_per_unit</a:t>
          </a:r>
          <a:endParaRPr lang="en-US" sz="1600" kern="1200"/>
        </a:p>
      </dsp:txBody>
      <dsp:txXfrm>
        <a:off x="0" y="3477876"/>
        <a:ext cx="6735443" cy="347787"/>
      </dsp:txXfrm>
    </dsp:sp>
    <dsp:sp modelId="{BDB843F1-5551-4C9C-B174-25C8E512A527}">
      <dsp:nvSpPr>
        <dsp:cNvPr id="0" name=""/>
        <dsp:cNvSpPr/>
      </dsp:nvSpPr>
      <dsp:spPr>
        <a:xfrm>
          <a:off x="0" y="3825663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ACF44B-415A-4ADE-AD67-478A791D99AB}">
      <dsp:nvSpPr>
        <dsp:cNvPr id="0" name=""/>
        <dsp:cNvSpPr/>
      </dsp:nvSpPr>
      <dsp:spPr>
        <a:xfrm>
          <a:off x="0" y="3825663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Hitung harga_jual_per_unit</a:t>
          </a:r>
          <a:endParaRPr lang="en-US" sz="1600" kern="1200"/>
        </a:p>
      </dsp:txBody>
      <dsp:txXfrm>
        <a:off x="0" y="3825663"/>
        <a:ext cx="6735443" cy="347787"/>
      </dsp:txXfrm>
    </dsp:sp>
    <dsp:sp modelId="{1D2B30F3-A8AE-400C-B361-14A6D8961DC1}">
      <dsp:nvSpPr>
        <dsp:cNvPr id="0" name=""/>
        <dsp:cNvSpPr/>
      </dsp:nvSpPr>
      <dsp:spPr>
        <a:xfrm>
          <a:off x="0" y="4173451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96561-7C81-4CF2-83E8-ECEC411FAFBB}">
      <dsp:nvSpPr>
        <dsp:cNvPr id="0" name=""/>
        <dsp:cNvSpPr/>
      </dsp:nvSpPr>
      <dsp:spPr>
        <a:xfrm>
          <a:off x="0" y="4173451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Hitung total_pendapatan</a:t>
          </a:r>
          <a:endParaRPr lang="en-US" sz="1600" kern="1200"/>
        </a:p>
      </dsp:txBody>
      <dsp:txXfrm>
        <a:off x="0" y="4173451"/>
        <a:ext cx="6735443" cy="347787"/>
      </dsp:txXfrm>
    </dsp:sp>
    <dsp:sp modelId="{C72D523E-9E48-4171-8F42-42584F84DBEA}">
      <dsp:nvSpPr>
        <dsp:cNvPr id="0" name=""/>
        <dsp:cNvSpPr/>
      </dsp:nvSpPr>
      <dsp:spPr>
        <a:xfrm>
          <a:off x="0" y="4521239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9560A-2301-404A-BB60-09EDBBDD4B6D}">
      <dsp:nvSpPr>
        <dsp:cNvPr id="0" name=""/>
        <dsp:cNvSpPr/>
      </dsp:nvSpPr>
      <dsp:spPr>
        <a:xfrm>
          <a:off x="0" y="4521239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Hitung laba_kotor</a:t>
          </a:r>
          <a:endParaRPr lang="en-US" sz="1600" kern="1200"/>
        </a:p>
      </dsp:txBody>
      <dsp:txXfrm>
        <a:off x="0" y="4521239"/>
        <a:ext cx="6735443" cy="347787"/>
      </dsp:txXfrm>
    </dsp:sp>
    <dsp:sp modelId="{D5C2B4E0-1E4E-4985-A3B9-CD27CAC037AF}">
      <dsp:nvSpPr>
        <dsp:cNvPr id="0" name=""/>
        <dsp:cNvSpPr/>
      </dsp:nvSpPr>
      <dsp:spPr>
        <a:xfrm>
          <a:off x="0" y="4869026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3F4536-D5C0-4F3F-B877-23F454943C81}">
      <dsp:nvSpPr>
        <dsp:cNvPr id="0" name=""/>
        <dsp:cNvSpPr/>
      </dsp:nvSpPr>
      <dsp:spPr>
        <a:xfrm>
          <a:off x="0" y="4869026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Tampilkan semua hasil</a:t>
          </a:r>
          <a:endParaRPr lang="en-US" sz="1600" kern="1200"/>
        </a:p>
      </dsp:txBody>
      <dsp:txXfrm>
        <a:off x="0" y="4869026"/>
        <a:ext cx="6735443" cy="347787"/>
      </dsp:txXfrm>
    </dsp:sp>
    <dsp:sp modelId="{59A421E3-51CC-4124-8F1E-F72B8AB91B94}">
      <dsp:nvSpPr>
        <dsp:cNvPr id="0" name=""/>
        <dsp:cNvSpPr/>
      </dsp:nvSpPr>
      <dsp:spPr>
        <a:xfrm>
          <a:off x="0" y="5216814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B5B2E-CA65-4770-AA3F-C55A3B8E7A32}">
      <dsp:nvSpPr>
        <dsp:cNvPr id="0" name=""/>
        <dsp:cNvSpPr/>
      </dsp:nvSpPr>
      <dsp:spPr>
        <a:xfrm>
          <a:off x="0" y="5216814"/>
          <a:ext cx="6735443" cy="347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Selesai</a:t>
          </a:r>
          <a:endParaRPr lang="en-US" sz="1600" kern="1200"/>
        </a:p>
      </dsp:txBody>
      <dsp:txXfrm>
        <a:off x="0" y="5216814"/>
        <a:ext cx="6735443" cy="3477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57DF5-F399-4A05-AB19-6D7F317F85E8}">
      <dsp:nvSpPr>
        <dsp:cNvPr id="0" name=""/>
        <dsp:cNvSpPr/>
      </dsp:nvSpPr>
      <dsp:spPr>
        <a:xfrm>
          <a:off x="0" y="2717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9183B-88FC-44E2-A45D-7AF66DEFD269}">
      <dsp:nvSpPr>
        <dsp:cNvPr id="0" name=""/>
        <dsp:cNvSpPr/>
      </dsp:nvSpPr>
      <dsp:spPr>
        <a:xfrm>
          <a:off x="0" y="2717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BEGIN</a:t>
          </a:r>
        </a:p>
      </dsp:txBody>
      <dsp:txXfrm>
        <a:off x="0" y="2717"/>
        <a:ext cx="6735443" cy="252689"/>
      </dsp:txXfrm>
    </dsp:sp>
    <dsp:sp modelId="{9084A016-E134-4914-8BB9-9AF8CE80B6DC}">
      <dsp:nvSpPr>
        <dsp:cNvPr id="0" name=""/>
        <dsp:cNvSpPr/>
      </dsp:nvSpPr>
      <dsp:spPr>
        <a:xfrm>
          <a:off x="0" y="255406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6E72D-EEB7-4E46-A6F2-FF228FD8297C}">
      <dsp:nvSpPr>
        <dsp:cNvPr id="0" name=""/>
        <dsp:cNvSpPr/>
      </dsp:nvSpPr>
      <dsp:spPr>
        <a:xfrm>
          <a:off x="0" y="255406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INPUT jumlah_produksi</a:t>
          </a:r>
        </a:p>
      </dsp:txBody>
      <dsp:txXfrm>
        <a:off x="0" y="255406"/>
        <a:ext cx="6735443" cy="252689"/>
      </dsp:txXfrm>
    </dsp:sp>
    <dsp:sp modelId="{1048CC90-E72C-4F56-8F80-18B7D52A8003}">
      <dsp:nvSpPr>
        <dsp:cNvPr id="0" name=""/>
        <dsp:cNvSpPr/>
      </dsp:nvSpPr>
      <dsp:spPr>
        <a:xfrm>
          <a:off x="0" y="508095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985A4-7680-43AE-B1F0-DDB53E71EC14}">
      <dsp:nvSpPr>
        <dsp:cNvPr id="0" name=""/>
        <dsp:cNvSpPr/>
      </dsp:nvSpPr>
      <dsp:spPr>
        <a:xfrm>
          <a:off x="0" y="508095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INPUT bahan_per_unit</a:t>
          </a:r>
        </a:p>
      </dsp:txBody>
      <dsp:txXfrm>
        <a:off x="0" y="508095"/>
        <a:ext cx="6735443" cy="252689"/>
      </dsp:txXfrm>
    </dsp:sp>
    <dsp:sp modelId="{097FAC01-A24D-4309-B821-4E6F0C796F59}">
      <dsp:nvSpPr>
        <dsp:cNvPr id="0" name=""/>
        <dsp:cNvSpPr/>
      </dsp:nvSpPr>
      <dsp:spPr>
        <a:xfrm>
          <a:off x="0" y="760785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EB2DE-4520-4EF1-94A8-974091159247}">
      <dsp:nvSpPr>
        <dsp:cNvPr id="0" name=""/>
        <dsp:cNvSpPr/>
      </dsp:nvSpPr>
      <dsp:spPr>
        <a:xfrm>
          <a:off x="0" y="760785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INPUT tenaga_per_unit</a:t>
          </a:r>
        </a:p>
      </dsp:txBody>
      <dsp:txXfrm>
        <a:off x="0" y="760785"/>
        <a:ext cx="6735443" cy="252689"/>
      </dsp:txXfrm>
    </dsp:sp>
    <dsp:sp modelId="{A5327EB8-0E0F-4F6C-A491-477973E8B079}">
      <dsp:nvSpPr>
        <dsp:cNvPr id="0" name=""/>
        <dsp:cNvSpPr/>
      </dsp:nvSpPr>
      <dsp:spPr>
        <a:xfrm>
          <a:off x="0" y="1013474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59A59-8704-4FD9-B948-4C3604952A56}">
      <dsp:nvSpPr>
        <dsp:cNvPr id="0" name=""/>
        <dsp:cNvSpPr/>
      </dsp:nvSpPr>
      <dsp:spPr>
        <a:xfrm>
          <a:off x="0" y="1013474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INPUT overhead_per_unit</a:t>
          </a:r>
        </a:p>
      </dsp:txBody>
      <dsp:txXfrm>
        <a:off x="0" y="1013474"/>
        <a:ext cx="6735443" cy="252689"/>
      </dsp:txXfrm>
    </dsp:sp>
    <dsp:sp modelId="{76924650-2398-411F-B9EE-E8182778F140}">
      <dsp:nvSpPr>
        <dsp:cNvPr id="0" name=""/>
        <dsp:cNvSpPr/>
      </dsp:nvSpPr>
      <dsp:spPr>
        <a:xfrm>
          <a:off x="0" y="1266164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04ACE-E34F-4F8D-A16E-216AD10B2788}">
      <dsp:nvSpPr>
        <dsp:cNvPr id="0" name=""/>
        <dsp:cNvSpPr/>
      </dsp:nvSpPr>
      <dsp:spPr>
        <a:xfrm>
          <a:off x="0" y="1266164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INPUT markup</a:t>
          </a:r>
        </a:p>
      </dsp:txBody>
      <dsp:txXfrm>
        <a:off x="0" y="1266164"/>
        <a:ext cx="6735443" cy="252689"/>
      </dsp:txXfrm>
    </dsp:sp>
    <dsp:sp modelId="{C20F4C45-7A5B-46E3-B05B-7CAC6664B380}">
      <dsp:nvSpPr>
        <dsp:cNvPr id="0" name=""/>
        <dsp:cNvSpPr/>
      </dsp:nvSpPr>
      <dsp:spPr>
        <a:xfrm>
          <a:off x="0" y="1518853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D1DA8-8D2F-455A-A02F-2308694D4302}">
      <dsp:nvSpPr>
        <dsp:cNvPr id="0" name=""/>
        <dsp:cNvSpPr/>
      </dsp:nvSpPr>
      <dsp:spPr>
        <a:xfrm>
          <a:off x="0" y="1518853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total_bahan ← jumlah_produksi * bahan_per_unit</a:t>
          </a:r>
        </a:p>
      </dsp:txBody>
      <dsp:txXfrm>
        <a:off x="0" y="1518853"/>
        <a:ext cx="6735443" cy="252689"/>
      </dsp:txXfrm>
    </dsp:sp>
    <dsp:sp modelId="{253FF6A9-78C2-4B02-9131-F0130A5AAD6B}">
      <dsp:nvSpPr>
        <dsp:cNvPr id="0" name=""/>
        <dsp:cNvSpPr/>
      </dsp:nvSpPr>
      <dsp:spPr>
        <a:xfrm>
          <a:off x="0" y="1771543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5D2E7-4C24-4833-8D0E-21086F20E26D}">
      <dsp:nvSpPr>
        <dsp:cNvPr id="0" name=""/>
        <dsp:cNvSpPr/>
      </dsp:nvSpPr>
      <dsp:spPr>
        <a:xfrm>
          <a:off x="0" y="1771543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total_tenaga ← jumlah_produksi * tenaga_per_unit</a:t>
          </a:r>
        </a:p>
      </dsp:txBody>
      <dsp:txXfrm>
        <a:off x="0" y="1771543"/>
        <a:ext cx="6735443" cy="252689"/>
      </dsp:txXfrm>
    </dsp:sp>
    <dsp:sp modelId="{510D4B8C-E76C-4E0B-8E25-1D198AAB0C27}">
      <dsp:nvSpPr>
        <dsp:cNvPr id="0" name=""/>
        <dsp:cNvSpPr/>
      </dsp:nvSpPr>
      <dsp:spPr>
        <a:xfrm>
          <a:off x="0" y="2024232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8263A-AE62-4579-942C-928BA23A6D24}">
      <dsp:nvSpPr>
        <dsp:cNvPr id="0" name=""/>
        <dsp:cNvSpPr/>
      </dsp:nvSpPr>
      <dsp:spPr>
        <a:xfrm>
          <a:off x="0" y="2024232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total_overhead ← jumlah_produksi * overhead_per_unit</a:t>
          </a:r>
        </a:p>
      </dsp:txBody>
      <dsp:txXfrm>
        <a:off x="0" y="2024232"/>
        <a:ext cx="6735443" cy="252689"/>
      </dsp:txXfrm>
    </dsp:sp>
    <dsp:sp modelId="{DFC31C0B-AD90-42F2-8B49-5211D42BF820}">
      <dsp:nvSpPr>
        <dsp:cNvPr id="0" name=""/>
        <dsp:cNvSpPr/>
      </dsp:nvSpPr>
      <dsp:spPr>
        <a:xfrm>
          <a:off x="0" y="2276922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F0536-7E7A-44C2-936E-91100DED7C5E}">
      <dsp:nvSpPr>
        <dsp:cNvPr id="0" name=""/>
        <dsp:cNvSpPr/>
      </dsp:nvSpPr>
      <dsp:spPr>
        <a:xfrm>
          <a:off x="0" y="2276922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total_biaya ← total_bahan + total_tenaga + total_overhead</a:t>
          </a:r>
        </a:p>
      </dsp:txBody>
      <dsp:txXfrm>
        <a:off x="0" y="2276922"/>
        <a:ext cx="6735443" cy="252689"/>
      </dsp:txXfrm>
    </dsp:sp>
    <dsp:sp modelId="{665DCD53-E122-475A-A76E-E1E447D36C05}">
      <dsp:nvSpPr>
        <dsp:cNvPr id="0" name=""/>
        <dsp:cNvSpPr/>
      </dsp:nvSpPr>
      <dsp:spPr>
        <a:xfrm>
          <a:off x="0" y="2529611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80BC9-21C5-4226-933B-A8AE60AA3ED8}">
      <dsp:nvSpPr>
        <dsp:cNvPr id="0" name=""/>
        <dsp:cNvSpPr/>
      </dsp:nvSpPr>
      <dsp:spPr>
        <a:xfrm>
          <a:off x="0" y="2529611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biaya_per_unit ← total_biaya / jumlah_produksi</a:t>
          </a:r>
        </a:p>
      </dsp:txBody>
      <dsp:txXfrm>
        <a:off x="0" y="2529611"/>
        <a:ext cx="6735443" cy="252689"/>
      </dsp:txXfrm>
    </dsp:sp>
    <dsp:sp modelId="{EC8201D2-BC04-4E90-A5B2-F869437F6091}">
      <dsp:nvSpPr>
        <dsp:cNvPr id="0" name=""/>
        <dsp:cNvSpPr/>
      </dsp:nvSpPr>
      <dsp:spPr>
        <a:xfrm>
          <a:off x="0" y="2782301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251F90-E11B-4DBD-B5B6-B7EFE9F8784F}">
      <dsp:nvSpPr>
        <dsp:cNvPr id="0" name=""/>
        <dsp:cNvSpPr/>
      </dsp:nvSpPr>
      <dsp:spPr>
        <a:xfrm>
          <a:off x="0" y="2782301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harga_jual ← biaya_per_unit + (biaya_per_unit * markup / 100)</a:t>
          </a:r>
        </a:p>
      </dsp:txBody>
      <dsp:txXfrm>
        <a:off x="0" y="2782301"/>
        <a:ext cx="6735443" cy="252689"/>
      </dsp:txXfrm>
    </dsp:sp>
    <dsp:sp modelId="{E1039FCF-D7C5-40A6-A8AB-97833016287A}">
      <dsp:nvSpPr>
        <dsp:cNvPr id="0" name=""/>
        <dsp:cNvSpPr/>
      </dsp:nvSpPr>
      <dsp:spPr>
        <a:xfrm>
          <a:off x="0" y="3034990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382EC-61EB-43A4-9519-E83ED3760F3F}">
      <dsp:nvSpPr>
        <dsp:cNvPr id="0" name=""/>
        <dsp:cNvSpPr/>
      </dsp:nvSpPr>
      <dsp:spPr>
        <a:xfrm>
          <a:off x="0" y="3034990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total_pendapatan ← harga_jual * jumlah_produksi</a:t>
          </a:r>
        </a:p>
      </dsp:txBody>
      <dsp:txXfrm>
        <a:off x="0" y="3034990"/>
        <a:ext cx="6735443" cy="252689"/>
      </dsp:txXfrm>
    </dsp:sp>
    <dsp:sp modelId="{575F7878-1866-4F90-9497-D5047F6C9EAF}">
      <dsp:nvSpPr>
        <dsp:cNvPr id="0" name=""/>
        <dsp:cNvSpPr/>
      </dsp:nvSpPr>
      <dsp:spPr>
        <a:xfrm>
          <a:off x="0" y="3287679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E813D-919B-47B2-A8D4-6EB4E2399570}">
      <dsp:nvSpPr>
        <dsp:cNvPr id="0" name=""/>
        <dsp:cNvSpPr/>
      </dsp:nvSpPr>
      <dsp:spPr>
        <a:xfrm>
          <a:off x="0" y="3287679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laba_kotor ← total_pendapatan - total_biaya</a:t>
          </a:r>
        </a:p>
      </dsp:txBody>
      <dsp:txXfrm>
        <a:off x="0" y="3287679"/>
        <a:ext cx="6735443" cy="252689"/>
      </dsp:txXfrm>
    </dsp:sp>
    <dsp:sp modelId="{4D853F98-8145-4D08-8BFF-854B75D08BC8}">
      <dsp:nvSpPr>
        <dsp:cNvPr id="0" name=""/>
        <dsp:cNvSpPr/>
      </dsp:nvSpPr>
      <dsp:spPr>
        <a:xfrm>
          <a:off x="0" y="3540369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0EF56-A1A2-4802-8DE1-E69EC6B82010}">
      <dsp:nvSpPr>
        <dsp:cNvPr id="0" name=""/>
        <dsp:cNvSpPr/>
      </dsp:nvSpPr>
      <dsp:spPr>
        <a:xfrm>
          <a:off x="0" y="3540369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PRINT total_bahan</a:t>
          </a:r>
        </a:p>
      </dsp:txBody>
      <dsp:txXfrm>
        <a:off x="0" y="3540369"/>
        <a:ext cx="6735443" cy="252689"/>
      </dsp:txXfrm>
    </dsp:sp>
    <dsp:sp modelId="{012AA337-C4C5-4552-87BE-2D7D67826228}">
      <dsp:nvSpPr>
        <dsp:cNvPr id="0" name=""/>
        <dsp:cNvSpPr/>
      </dsp:nvSpPr>
      <dsp:spPr>
        <a:xfrm>
          <a:off x="0" y="3793058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F3F9B-0A03-4ED5-B914-805ABB6B81E4}">
      <dsp:nvSpPr>
        <dsp:cNvPr id="0" name=""/>
        <dsp:cNvSpPr/>
      </dsp:nvSpPr>
      <dsp:spPr>
        <a:xfrm>
          <a:off x="0" y="3793058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PRINT total_tenaga</a:t>
          </a:r>
        </a:p>
      </dsp:txBody>
      <dsp:txXfrm>
        <a:off x="0" y="3793058"/>
        <a:ext cx="6735443" cy="252689"/>
      </dsp:txXfrm>
    </dsp:sp>
    <dsp:sp modelId="{0C522661-458B-422F-8DF1-993DD8D41D9A}">
      <dsp:nvSpPr>
        <dsp:cNvPr id="0" name=""/>
        <dsp:cNvSpPr/>
      </dsp:nvSpPr>
      <dsp:spPr>
        <a:xfrm>
          <a:off x="0" y="4045748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4AA11-D0EA-4065-9844-81D5CA9BDB8F}">
      <dsp:nvSpPr>
        <dsp:cNvPr id="0" name=""/>
        <dsp:cNvSpPr/>
      </dsp:nvSpPr>
      <dsp:spPr>
        <a:xfrm>
          <a:off x="0" y="4045748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PRINT total_overhead</a:t>
          </a:r>
        </a:p>
      </dsp:txBody>
      <dsp:txXfrm>
        <a:off x="0" y="4045748"/>
        <a:ext cx="6735443" cy="252689"/>
      </dsp:txXfrm>
    </dsp:sp>
    <dsp:sp modelId="{7B0E5E68-640B-47A9-8A25-A3B5EC1E24C5}">
      <dsp:nvSpPr>
        <dsp:cNvPr id="0" name=""/>
        <dsp:cNvSpPr/>
      </dsp:nvSpPr>
      <dsp:spPr>
        <a:xfrm>
          <a:off x="0" y="4298437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8C9E1-FD0D-4396-B130-7EAF8FC76CC2}">
      <dsp:nvSpPr>
        <dsp:cNvPr id="0" name=""/>
        <dsp:cNvSpPr/>
      </dsp:nvSpPr>
      <dsp:spPr>
        <a:xfrm>
          <a:off x="0" y="4298437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PRINT total_biaya</a:t>
          </a:r>
        </a:p>
      </dsp:txBody>
      <dsp:txXfrm>
        <a:off x="0" y="4298437"/>
        <a:ext cx="6735443" cy="252689"/>
      </dsp:txXfrm>
    </dsp:sp>
    <dsp:sp modelId="{489836F8-9B68-45E5-A77D-04DACB6183AD}">
      <dsp:nvSpPr>
        <dsp:cNvPr id="0" name=""/>
        <dsp:cNvSpPr/>
      </dsp:nvSpPr>
      <dsp:spPr>
        <a:xfrm>
          <a:off x="0" y="4551127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B03519-A571-4E19-9C95-A7AE0F6785D0}">
      <dsp:nvSpPr>
        <dsp:cNvPr id="0" name=""/>
        <dsp:cNvSpPr/>
      </dsp:nvSpPr>
      <dsp:spPr>
        <a:xfrm>
          <a:off x="0" y="4551127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PRINT harga_jual</a:t>
          </a:r>
        </a:p>
      </dsp:txBody>
      <dsp:txXfrm>
        <a:off x="0" y="4551127"/>
        <a:ext cx="6735443" cy="252689"/>
      </dsp:txXfrm>
    </dsp:sp>
    <dsp:sp modelId="{7BEBD2B6-A4D1-4469-81B9-330A8ED0890C}">
      <dsp:nvSpPr>
        <dsp:cNvPr id="0" name=""/>
        <dsp:cNvSpPr/>
      </dsp:nvSpPr>
      <dsp:spPr>
        <a:xfrm>
          <a:off x="0" y="4803816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F3537-09CC-4D21-95CA-8B07B10DEDCF}">
      <dsp:nvSpPr>
        <dsp:cNvPr id="0" name=""/>
        <dsp:cNvSpPr/>
      </dsp:nvSpPr>
      <dsp:spPr>
        <a:xfrm>
          <a:off x="0" y="4803816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PRINT total_pendapatan</a:t>
          </a:r>
        </a:p>
      </dsp:txBody>
      <dsp:txXfrm>
        <a:off x="0" y="4803816"/>
        <a:ext cx="6735443" cy="252689"/>
      </dsp:txXfrm>
    </dsp:sp>
    <dsp:sp modelId="{828263F4-FE77-4197-A59E-0190F8A1209B}">
      <dsp:nvSpPr>
        <dsp:cNvPr id="0" name=""/>
        <dsp:cNvSpPr/>
      </dsp:nvSpPr>
      <dsp:spPr>
        <a:xfrm>
          <a:off x="0" y="5056506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FEB15-F25E-4AF5-A8FD-2E683BCB4CC8}">
      <dsp:nvSpPr>
        <dsp:cNvPr id="0" name=""/>
        <dsp:cNvSpPr/>
      </dsp:nvSpPr>
      <dsp:spPr>
        <a:xfrm>
          <a:off x="0" y="5056506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PRINT laba_kotor</a:t>
          </a:r>
        </a:p>
      </dsp:txBody>
      <dsp:txXfrm>
        <a:off x="0" y="5056506"/>
        <a:ext cx="6735443" cy="252689"/>
      </dsp:txXfrm>
    </dsp:sp>
    <dsp:sp modelId="{4D3E9920-328F-42F2-845F-F9C394740B87}">
      <dsp:nvSpPr>
        <dsp:cNvPr id="0" name=""/>
        <dsp:cNvSpPr/>
      </dsp:nvSpPr>
      <dsp:spPr>
        <a:xfrm>
          <a:off x="0" y="5309195"/>
          <a:ext cx="673544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BD222-6AD4-4C6C-8B7E-724699309703}">
      <dsp:nvSpPr>
        <dsp:cNvPr id="0" name=""/>
        <dsp:cNvSpPr/>
      </dsp:nvSpPr>
      <dsp:spPr>
        <a:xfrm>
          <a:off x="0" y="5309195"/>
          <a:ext cx="6735443" cy="252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END</a:t>
          </a:r>
        </a:p>
      </dsp:txBody>
      <dsp:txXfrm>
        <a:off x="0" y="5309195"/>
        <a:ext cx="6735443" cy="2526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FA64-5A8C-4E2A-5D6E-65F767367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A00EA-1D3C-FEB3-F756-D9331FEE1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1FD91-A750-D9F5-B566-5BD93913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1623-A064-4BED-B073-BA4D61433402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C912C-EE45-7A83-8FA0-5CCA38A1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6E9A3-BA74-E779-1023-BB5FE332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8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AAD8-A51A-62B9-D7DF-7412DA88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3A613-0BDC-3EC8-2EA0-D1AE724A5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984B8-08C4-9B66-285E-767F1E011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3ACA-791D-A018-F4FC-FE6627723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A44D4-DFEE-49F3-0EBF-AA981F4E7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057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24AB-6ED1-3A03-991E-B0171BFD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1367B-078C-1AA3-8EFA-2491EA555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09724-3EF2-F208-03E8-6A534EDA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B70D-CD01-44DA-83B3-8FEB3383D307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993E-3B66-8A86-A11C-BE9BDB94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95600-712C-FA65-CEB4-0965EA23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99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1BA9-FC01-D66E-D612-2B61E9BC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F023E-6AE1-E835-C120-DF9CBA3E8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1F27B-AA66-CF5D-088C-C088A6138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6C4EB-9774-1701-D821-B5D66931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0112D-4C9E-B40C-6012-BBF76A60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265E-0012-9F85-8215-C8C235E0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9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14C1-E36F-079C-6CFB-8D679F353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A1776-BC83-3E7B-D4B8-AF9EB58EC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32079-C6B2-E4A3-487B-45F3F4774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300D4-1784-9C9E-29CA-BA0C077959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033814-A898-5598-09E6-FF1FF5FC0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7A71E-6FE8-9D71-8CA9-299CAE5EE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88CDE9-EDD3-1221-4743-5E3E6D92E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95815-B0D6-27D1-E8D0-49C7C952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88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B90C-AEAA-019F-B7C8-2D56439B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C6C1CD-20DF-6BE2-C35D-65082C34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4EC6E-1A6B-6C5F-791B-4DD9E745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E30CD-5B8D-BC0B-B4FC-9E68AFD4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776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EE843-7D93-91B6-32D5-A811A3DB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85EA39-A7B1-7C4D-48A4-40483F8B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F271C-39C5-52DC-E40D-B69E116AE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87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8B63-2831-B4D9-06FE-C8C6F00F8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DAE7-FBED-8D9A-41C9-1D84D66D6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30DBC-0A50-E36B-B516-51F40B4A7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43303-DB71-4024-3B40-7CB4B0F4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D0D6-7A82-473E-879B-C6ECD6CCCFEC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378E-E903-0ADE-DBD9-82112423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04EA9-DBD3-FE97-E2AD-7DA6AB46A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1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621D-5246-E445-9B38-E0EAC7F2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2C672-055B-BEB7-DB49-296B8160B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4BBBA-DD68-3D34-A2A1-51684B7DC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216F5-2A2F-CF3E-EE35-FA8798D4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5E03-BC17-41A7-854C-DFAB672737DC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8054E-E676-0120-7E53-C9B9DA53A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C956E-CC1E-42A5-1303-E4467257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21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6079-FAE6-3144-40F4-CA134AC3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8E957-D20D-405B-15FB-68AA99647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9BCEE-C445-95DF-1EA4-A1AE2602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E275D-29CA-1D39-9109-F79B20C8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27C9B-1EF5-8410-658F-A43794B2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0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24733-BA71-471A-4848-512EEA893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283DB-A663-3F15-33A7-D3B584118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D62B-9EF1-1ED5-2427-867834200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02AB-6034-4B88-BC5A-7C17CB0EF809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93B25-7192-EA62-1247-10D776C99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6B358-8712-5278-BE83-06D4B92F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961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A1338-76FC-082F-3B15-DD861492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8689D-BFBF-490C-685F-808A04FEA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6257F-7A89-8F5C-8FFA-D11CB5EAB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C1202-6364-7A8A-BA88-15A530FF7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27BB1-B155-BC49-CBDC-852DFA202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61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F531C-2A2E-E5E8-1466-BA72C2178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10" r="-1" b="37125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6DD4703-FD80-4610-ACE9-01DCD86D8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7853" y="0"/>
            <a:ext cx="10256294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CEFCBC2-6F82-4011-8D8D-90F43DCB1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08571" y="0"/>
            <a:ext cx="9958950" cy="6858000"/>
          </a:xfrm>
          <a:custGeom>
            <a:avLst/>
            <a:gdLst>
              <a:gd name="connsiteX0" fmla="*/ 7551973 w 9174595"/>
              <a:gd name="connsiteY0" fmla="*/ 0 h 6858000"/>
              <a:gd name="connsiteX1" fmla="*/ 5634635 w 9174595"/>
              <a:gd name="connsiteY1" fmla="*/ 0 h 6858000"/>
              <a:gd name="connsiteX2" fmla="*/ 5550590 w 9174595"/>
              <a:gd name="connsiteY2" fmla="*/ 0 h 6858000"/>
              <a:gd name="connsiteX3" fmla="*/ 5480986 w 9174595"/>
              <a:gd name="connsiteY3" fmla="*/ 0 h 6858000"/>
              <a:gd name="connsiteX4" fmla="*/ 4886240 w 9174595"/>
              <a:gd name="connsiteY4" fmla="*/ 0 h 6858000"/>
              <a:gd name="connsiteX5" fmla="*/ 4816638 w 9174595"/>
              <a:gd name="connsiteY5" fmla="*/ 0 h 6858000"/>
              <a:gd name="connsiteX6" fmla="*/ 4357958 w 9174595"/>
              <a:gd name="connsiteY6" fmla="*/ 0 h 6858000"/>
              <a:gd name="connsiteX7" fmla="*/ 4288354 w 9174595"/>
              <a:gd name="connsiteY7" fmla="*/ 0 h 6858000"/>
              <a:gd name="connsiteX8" fmla="*/ 3693608 w 9174595"/>
              <a:gd name="connsiteY8" fmla="*/ 0 h 6858000"/>
              <a:gd name="connsiteX9" fmla="*/ 3624006 w 9174595"/>
              <a:gd name="connsiteY9" fmla="*/ 0 h 6858000"/>
              <a:gd name="connsiteX10" fmla="*/ 3276448 w 9174595"/>
              <a:gd name="connsiteY10" fmla="*/ 0 h 6858000"/>
              <a:gd name="connsiteX11" fmla="*/ 1622622 w 9174595"/>
              <a:gd name="connsiteY11" fmla="*/ 0 h 6858000"/>
              <a:gd name="connsiteX12" fmla="*/ 1600504 w 9174595"/>
              <a:gd name="connsiteY12" fmla="*/ 14997 h 6858000"/>
              <a:gd name="connsiteX13" fmla="*/ 0 w 9174595"/>
              <a:gd name="connsiteY13" fmla="*/ 3621656 h 6858000"/>
              <a:gd name="connsiteX14" fmla="*/ 1873886 w 9174595"/>
              <a:gd name="connsiteY14" fmla="*/ 6374814 h 6858000"/>
              <a:gd name="connsiteX15" fmla="*/ 2390406 w 9174595"/>
              <a:gd name="connsiteY15" fmla="*/ 6780599 h 6858000"/>
              <a:gd name="connsiteX16" fmla="*/ 2502136 w 9174595"/>
              <a:gd name="connsiteY16" fmla="*/ 6858000 h 6858000"/>
              <a:gd name="connsiteX17" fmla="*/ 3276448 w 9174595"/>
              <a:gd name="connsiteY17" fmla="*/ 6858000 h 6858000"/>
              <a:gd name="connsiteX18" fmla="*/ 3624006 w 9174595"/>
              <a:gd name="connsiteY18" fmla="*/ 6858000 h 6858000"/>
              <a:gd name="connsiteX19" fmla="*/ 3693608 w 9174595"/>
              <a:gd name="connsiteY19" fmla="*/ 6858000 h 6858000"/>
              <a:gd name="connsiteX20" fmla="*/ 4288354 w 9174595"/>
              <a:gd name="connsiteY20" fmla="*/ 6858000 h 6858000"/>
              <a:gd name="connsiteX21" fmla="*/ 4357958 w 9174595"/>
              <a:gd name="connsiteY21" fmla="*/ 6858000 h 6858000"/>
              <a:gd name="connsiteX22" fmla="*/ 4816638 w 9174595"/>
              <a:gd name="connsiteY22" fmla="*/ 6858000 h 6858000"/>
              <a:gd name="connsiteX23" fmla="*/ 4886240 w 9174595"/>
              <a:gd name="connsiteY23" fmla="*/ 6858000 h 6858000"/>
              <a:gd name="connsiteX24" fmla="*/ 5480986 w 9174595"/>
              <a:gd name="connsiteY24" fmla="*/ 6858000 h 6858000"/>
              <a:gd name="connsiteX25" fmla="*/ 5550590 w 9174595"/>
              <a:gd name="connsiteY25" fmla="*/ 6858000 h 6858000"/>
              <a:gd name="connsiteX26" fmla="*/ 5634635 w 9174595"/>
              <a:gd name="connsiteY26" fmla="*/ 6858000 h 6858000"/>
              <a:gd name="connsiteX27" fmla="*/ 6672460 w 9174595"/>
              <a:gd name="connsiteY27" fmla="*/ 6858000 h 6858000"/>
              <a:gd name="connsiteX28" fmla="*/ 6784188 w 9174595"/>
              <a:gd name="connsiteY28" fmla="*/ 6780599 h 6858000"/>
              <a:gd name="connsiteX29" fmla="*/ 7300708 w 9174595"/>
              <a:gd name="connsiteY29" fmla="*/ 6374814 h 6858000"/>
              <a:gd name="connsiteX30" fmla="*/ 9174595 w 9174595"/>
              <a:gd name="connsiteY30" fmla="*/ 3621656 h 6858000"/>
              <a:gd name="connsiteX31" fmla="*/ 7574092 w 9174595"/>
              <a:gd name="connsiteY3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74595" h="6858000">
                <a:moveTo>
                  <a:pt x="7551973" y="0"/>
                </a:moveTo>
                <a:lnTo>
                  <a:pt x="5634635" y="0"/>
                </a:lnTo>
                <a:lnTo>
                  <a:pt x="5550590" y="0"/>
                </a:lnTo>
                <a:lnTo>
                  <a:pt x="5480986" y="0"/>
                </a:lnTo>
                <a:lnTo>
                  <a:pt x="4886240" y="0"/>
                </a:lnTo>
                <a:lnTo>
                  <a:pt x="4816638" y="0"/>
                </a:lnTo>
                <a:lnTo>
                  <a:pt x="4357958" y="0"/>
                </a:lnTo>
                <a:lnTo>
                  <a:pt x="4288354" y="0"/>
                </a:lnTo>
                <a:lnTo>
                  <a:pt x="3693608" y="0"/>
                </a:lnTo>
                <a:lnTo>
                  <a:pt x="3624006" y="0"/>
                </a:lnTo>
                <a:lnTo>
                  <a:pt x="3276448" y="0"/>
                </a:lnTo>
                <a:lnTo>
                  <a:pt x="1622622" y="0"/>
                </a:lnTo>
                <a:lnTo>
                  <a:pt x="1600504" y="14997"/>
                </a:lnTo>
                <a:cubicBezTo>
                  <a:pt x="573594" y="754641"/>
                  <a:pt x="0" y="2093192"/>
                  <a:pt x="0" y="3621656"/>
                </a:cubicBezTo>
                <a:cubicBezTo>
                  <a:pt x="0" y="4969131"/>
                  <a:pt x="928496" y="5602839"/>
                  <a:pt x="1873886" y="6374814"/>
                </a:cubicBezTo>
                <a:cubicBezTo>
                  <a:pt x="2046046" y="6515397"/>
                  <a:pt x="2216632" y="6653108"/>
                  <a:pt x="2390406" y="6780599"/>
                </a:cubicBezTo>
                <a:lnTo>
                  <a:pt x="2502136" y="6858000"/>
                </a:lnTo>
                <a:lnTo>
                  <a:pt x="3276448" y="6858000"/>
                </a:lnTo>
                <a:lnTo>
                  <a:pt x="3624006" y="6858000"/>
                </a:lnTo>
                <a:lnTo>
                  <a:pt x="3693608" y="6858000"/>
                </a:lnTo>
                <a:lnTo>
                  <a:pt x="4288354" y="6858000"/>
                </a:lnTo>
                <a:lnTo>
                  <a:pt x="4357958" y="6858000"/>
                </a:lnTo>
                <a:lnTo>
                  <a:pt x="4816638" y="6858000"/>
                </a:lnTo>
                <a:lnTo>
                  <a:pt x="4886240" y="6858000"/>
                </a:lnTo>
                <a:lnTo>
                  <a:pt x="5480986" y="6858000"/>
                </a:lnTo>
                <a:lnTo>
                  <a:pt x="5550590" y="6858000"/>
                </a:lnTo>
                <a:lnTo>
                  <a:pt x="5634635" y="6858000"/>
                </a:lnTo>
                <a:lnTo>
                  <a:pt x="6672460" y="6858000"/>
                </a:lnTo>
                <a:lnTo>
                  <a:pt x="6784188" y="6780599"/>
                </a:lnTo>
                <a:cubicBezTo>
                  <a:pt x="6957963" y="6653108"/>
                  <a:pt x="7128548" y="6515397"/>
                  <a:pt x="7300708" y="6374814"/>
                </a:cubicBezTo>
                <a:cubicBezTo>
                  <a:pt x="8246100" y="5602839"/>
                  <a:pt x="9174595" y="4969131"/>
                  <a:pt x="9174595" y="3621656"/>
                </a:cubicBezTo>
                <a:cubicBezTo>
                  <a:pt x="9174595" y="2093192"/>
                  <a:pt x="8601001" y="754641"/>
                  <a:pt x="7574092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DED9E-DE30-402A-B9D1-AC3C2402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8673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CCB7C65-BA06-49C5-8D3C-51F97B409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5235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1FA1A-412C-2EE7-4406-66D3E80A4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1346268"/>
            <a:ext cx="7810500" cy="2661189"/>
          </a:xfrm>
        </p:spPr>
        <p:txBody>
          <a:bodyPr anchor="b">
            <a:normAutofit/>
          </a:bodyPr>
          <a:lstStyle/>
          <a:p>
            <a:r>
              <a:rPr lang="en-US" sz="5600" dirty="0"/>
              <a:t>Algoritma &amp; Pemrograman</a:t>
            </a:r>
            <a:br>
              <a:rPr lang="en-US" sz="5600" dirty="0"/>
            </a:br>
            <a:r>
              <a:rPr lang="en-US" sz="5600" dirty="0"/>
              <a:t>Struktur Dasar Algoritma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7771D-C2F8-F4F2-6F01-1C1A2A885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9375" y="4214191"/>
            <a:ext cx="6953250" cy="1360919"/>
          </a:xfrm>
        </p:spPr>
        <p:txBody>
          <a:bodyPr anchor="t">
            <a:normAutofit/>
          </a:bodyPr>
          <a:lstStyle/>
          <a:p>
            <a:r>
              <a:rPr lang="en-US"/>
              <a:t>Oleh</a:t>
            </a:r>
          </a:p>
          <a:p>
            <a:r>
              <a:rPr lang="en-US"/>
              <a:t>Sutrisno Sukarno, M.Kom</a:t>
            </a:r>
          </a:p>
        </p:txBody>
      </p:sp>
    </p:spTree>
    <p:extLst>
      <p:ext uri="{BB962C8B-B14F-4D97-AF65-F5344CB8AC3E}">
        <p14:creationId xmlns:p14="http://schemas.microsoft.com/office/powerpoint/2010/main" val="51708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23AA-3A27-76F1-8AA2-C0ECD69C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Struktur Dasar Algoritma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46077-44E5-6C1F-8F35-21A49ABE5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Runtunan</a:t>
            </a:r>
            <a:r>
              <a:rPr lang="en-US" dirty="0"/>
              <a:t> / Sequence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Pemilihan /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Pengulangan</a:t>
            </a:r>
            <a:r>
              <a:rPr lang="en-US" dirty="0"/>
              <a:t> / Repetition</a:t>
            </a:r>
          </a:p>
        </p:txBody>
      </p:sp>
    </p:spTree>
    <p:extLst>
      <p:ext uri="{BB962C8B-B14F-4D97-AF65-F5344CB8AC3E}">
        <p14:creationId xmlns:p14="http://schemas.microsoft.com/office/powerpoint/2010/main" val="171128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A430EC-45E7-5C79-7B4B-197319B8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Pengertian Runtunan (Sequence)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5838F-919B-F0A1-A329-0596AD893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 b="1" err="1"/>
              <a:t>Runtunan</a:t>
            </a:r>
            <a:r>
              <a:rPr lang="en-US" sz="2600" b="1"/>
              <a:t> (Sequence)</a:t>
            </a:r>
            <a:r>
              <a:rPr lang="en-US" sz="2600"/>
              <a:t> </a:t>
            </a:r>
            <a:r>
              <a:rPr lang="en-US" sz="2600" err="1"/>
              <a:t>adalah</a:t>
            </a:r>
            <a:r>
              <a:rPr lang="en-US" sz="2600"/>
              <a:t> struktur dasar dalam </a:t>
            </a:r>
            <a:r>
              <a:rPr lang="en-US" sz="2600" err="1"/>
              <a:t>algoritma</a:t>
            </a:r>
            <a:r>
              <a:rPr lang="en-US" sz="2600"/>
              <a:t> di mana </a:t>
            </a:r>
            <a:r>
              <a:rPr lang="en-US" sz="2600" err="1"/>
              <a:t>setiap</a:t>
            </a:r>
            <a:r>
              <a:rPr lang="en-US" sz="2600"/>
              <a:t> instruksi dijalankan </a:t>
            </a:r>
            <a:r>
              <a:rPr lang="en-US" sz="2600" b="1"/>
              <a:t>secara </a:t>
            </a:r>
            <a:r>
              <a:rPr lang="en-US" sz="2600" b="1" err="1"/>
              <a:t>berurutan</a:t>
            </a:r>
            <a:r>
              <a:rPr lang="en-US" sz="2600" b="1"/>
              <a:t> </a:t>
            </a:r>
            <a:r>
              <a:rPr lang="en-US" sz="2600" b="1" err="1"/>
              <a:t>dari</a:t>
            </a:r>
            <a:r>
              <a:rPr lang="en-US" sz="2600" b="1"/>
              <a:t> atas ke </a:t>
            </a:r>
            <a:r>
              <a:rPr lang="en-US" sz="2600" b="1" err="1"/>
              <a:t>bawah</a:t>
            </a:r>
            <a:r>
              <a:rPr lang="en-US" sz="2600"/>
              <a:t>, tanpa </a:t>
            </a:r>
            <a:r>
              <a:rPr lang="en-US" sz="2600" err="1"/>
              <a:t>ada</a:t>
            </a:r>
            <a:r>
              <a:rPr lang="en-US" sz="2600"/>
              <a:t> </a:t>
            </a:r>
            <a:r>
              <a:rPr lang="en-US" sz="2600" err="1"/>
              <a:t>percabangan</a:t>
            </a:r>
            <a:r>
              <a:rPr lang="en-US" sz="2600"/>
              <a:t> (if) </a:t>
            </a:r>
            <a:r>
              <a:rPr lang="en-US" sz="2600" err="1"/>
              <a:t>maupun</a:t>
            </a:r>
            <a:r>
              <a:rPr lang="en-US" sz="2600"/>
              <a:t> </a:t>
            </a:r>
            <a:r>
              <a:rPr lang="en-US" sz="2600" err="1"/>
              <a:t>perulangan</a:t>
            </a:r>
            <a:r>
              <a:rPr lang="en-US" sz="2600"/>
              <a:t> (loop).</a:t>
            </a:r>
          </a:p>
          <a:p>
            <a:pPr marL="0" indent="0">
              <a:buNone/>
            </a:pPr>
            <a:r>
              <a:rPr lang="en-US" sz="2600" err="1"/>
              <a:t>Artinya</a:t>
            </a:r>
            <a:r>
              <a:rPr lang="en-US" sz="2600"/>
              <a:t>:</a:t>
            </a:r>
          </a:p>
          <a:p>
            <a:r>
              <a:rPr lang="en-US" sz="2600" err="1"/>
              <a:t>Perintah</a:t>
            </a:r>
            <a:r>
              <a:rPr lang="en-US" sz="2600"/>
              <a:t> pertama dijalankan dulu</a:t>
            </a:r>
          </a:p>
          <a:p>
            <a:r>
              <a:rPr lang="en-US" sz="2600"/>
              <a:t>Lalu </a:t>
            </a:r>
            <a:r>
              <a:rPr lang="en-US" sz="2600" err="1"/>
              <a:t>perintah</a:t>
            </a:r>
            <a:r>
              <a:rPr lang="en-US" sz="2600"/>
              <a:t> kedua</a:t>
            </a:r>
          </a:p>
          <a:p>
            <a:r>
              <a:rPr lang="en-US" sz="2600" err="1"/>
              <a:t>Kemudian</a:t>
            </a:r>
            <a:r>
              <a:rPr lang="en-US" sz="2600"/>
              <a:t> </a:t>
            </a:r>
            <a:r>
              <a:rPr lang="en-US" sz="2600" err="1"/>
              <a:t>ketiga</a:t>
            </a:r>
            <a:endParaRPr lang="en-US" sz="2600"/>
          </a:p>
          <a:p>
            <a:r>
              <a:rPr lang="en-US" sz="2600"/>
              <a:t>Dan </a:t>
            </a:r>
            <a:r>
              <a:rPr lang="en-US" sz="2600" err="1"/>
              <a:t>seterusnya</a:t>
            </a:r>
            <a:r>
              <a:rPr lang="en-US" sz="2600"/>
              <a:t> sampai selesai</a:t>
            </a:r>
          </a:p>
          <a:p>
            <a:pPr marL="0" indent="0">
              <a:buNone/>
            </a:pPr>
            <a:r>
              <a:rPr lang="en-US" sz="2600"/>
              <a:t>Struktur ini </a:t>
            </a:r>
            <a:r>
              <a:rPr lang="en-US" sz="2600" err="1"/>
              <a:t>adalah</a:t>
            </a:r>
            <a:r>
              <a:rPr lang="en-US" sz="2600"/>
              <a:t> </a:t>
            </a:r>
            <a:r>
              <a:rPr lang="en-US" sz="2600" b="1"/>
              <a:t>struktur paling sederhana dalam pemrograman</a:t>
            </a:r>
            <a:r>
              <a:rPr lang="en-US" sz="2600"/>
              <a:t>.</a:t>
            </a:r>
          </a:p>
          <a:p>
            <a:pPr marL="0" indent="0">
              <a:buNone/>
            </a:pP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25018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A39F1-C559-0C2C-8FCA-B6D28F07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Ciri-</a:t>
            </a:r>
            <a:r>
              <a:rPr lang="en-US" dirty="0" err="1"/>
              <a:t>ciri</a:t>
            </a:r>
            <a:r>
              <a:rPr lang="en-US" dirty="0"/>
              <a:t> Struktur </a:t>
            </a:r>
            <a:r>
              <a:rPr lang="en-US" dirty="0" err="1"/>
              <a:t>Runtunan</a:t>
            </a:r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F0714-A353-BCB6-BE03-041CF86C8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✅ Instruksi dijalankan </a:t>
            </a:r>
            <a:r>
              <a:rPr lang="en-US" dirty="0" err="1"/>
              <a:t>berurutan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✅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kondisi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IF)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✅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pengulangan</a:t>
            </a:r>
            <a:r>
              <a:rPr lang="en-US" dirty="0"/>
              <a:t>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FOR/WHILE)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✅ </a:t>
            </a:r>
            <a:r>
              <a:rPr lang="en-US" dirty="0" err="1"/>
              <a:t>Urutan</a:t>
            </a:r>
            <a:r>
              <a:rPr lang="en-US" dirty="0"/>
              <a:t> sangat menentukan hasil</a:t>
            </a:r>
          </a:p>
        </p:txBody>
      </p:sp>
    </p:spTree>
    <p:extLst>
      <p:ext uri="{BB962C8B-B14F-4D97-AF65-F5344CB8AC3E}">
        <p14:creationId xmlns:p14="http://schemas.microsoft.com/office/powerpoint/2010/main" val="182678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706C-D308-7B03-B5DF-F49EFAE3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Struktur Dasar Algoritma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A3348-617B-251E-9F62-061FCD384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</a:t>
            </a:r>
            <a:r>
              <a:rPr lang="en-US" dirty="0"/>
              <a:t> (masukan)</a:t>
            </a:r>
          </a:p>
          <a:p>
            <a:r>
              <a:rPr lang="en-US" b="1" dirty="0"/>
              <a:t>Proses</a:t>
            </a:r>
            <a:r>
              <a:rPr lang="en-US" dirty="0"/>
              <a:t> (</a:t>
            </a:r>
            <a:r>
              <a:rPr lang="en-US" dirty="0" err="1"/>
              <a:t>perhitungan</a:t>
            </a:r>
            <a:r>
              <a:rPr lang="en-US" dirty="0"/>
              <a:t>/pengolahan data)</a:t>
            </a:r>
          </a:p>
          <a:p>
            <a:r>
              <a:rPr lang="en-US" b="1" dirty="0"/>
              <a:t>Output</a:t>
            </a:r>
            <a:r>
              <a:rPr lang="en-US" dirty="0"/>
              <a:t> (hasil)</a:t>
            </a:r>
          </a:p>
        </p:txBody>
      </p:sp>
    </p:spTree>
    <p:extLst>
      <p:ext uri="{BB962C8B-B14F-4D97-AF65-F5344CB8AC3E}">
        <p14:creationId xmlns:p14="http://schemas.microsoft.com/office/powerpoint/2010/main" val="2368468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FFE11-4213-869F-38E9-39390F5B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Format Umum Runtunan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29E15A-3462-8AF5-5BDB-234B81D2EA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86958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2756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1A75F-1C21-E5B3-5F09-766E91C44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300"/>
              <a:t>Case Studi: Menghitung Luas Persegi Panjang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61F0-EAB8-5082-550C-02629D408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/>
              <a:t>Deskripsi Kasus</a:t>
            </a:r>
          </a:p>
          <a:p>
            <a:pPr marL="0" indent="0">
              <a:buNone/>
            </a:pPr>
            <a:r>
              <a:rPr lang="en-US" sz="1800"/>
              <a:t>Sebuah program dibuat untuk menghitung luas persegi panjang.</a:t>
            </a:r>
          </a:p>
          <a:p>
            <a:pPr marL="0" indent="0">
              <a:buNone/>
            </a:pPr>
            <a:r>
              <a:rPr lang="en-US" sz="1800"/>
              <a:t>Diketahui:</a:t>
            </a:r>
          </a:p>
          <a:p>
            <a:r>
              <a:rPr lang="en-US" sz="1800"/>
              <a:t>Panjang</a:t>
            </a:r>
          </a:p>
          <a:p>
            <a:r>
              <a:rPr lang="en-US" sz="1800"/>
              <a:t>Lebar</a:t>
            </a:r>
          </a:p>
          <a:p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7E544-2CC7-194B-3D74-90AC4E313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877421"/>
            <a:ext cx="5628018" cy="287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0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2CCDF-A641-0EB6-3F55-45FBA915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Algoritma Menghitung luas Persegi Panjang</a:t>
            </a:r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3705E029-B6E8-6938-7917-32433AD4F7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448151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9925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E804F-6F47-1E79-B3B9-2B47EF04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Pseudocode menghitung luas persegi panjang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8968D8-E86B-ACDA-69EE-E7FCB231F3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35835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302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Flow Chart Untuk Menghitung Luas Persegi Panjang | PDF">
            <a:extLst>
              <a:ext uri="{FF2B5EF4-FFF2-40B4-BE49-F238E27FC236}">
                <a16:creationId xmlns:a16="http://schemas.microsoft.com/office/drawing/2014/main" id="{3D31D9EB-216F-F3F5-3C49-FB31B685D0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67150" y="457200"/>
            <a:ext cx="44577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58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802B-F2C8-7258-0F6D-2E79CC1E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84544-AAAC-D037-F30A-4F154DB72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Program Menghitung Luas Persegi Panjang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panjang</a:t>
            </a:r>
            <a:r>
              <a:rPr lang="en-US" dirty="0"/>
              <a:t> = float(input("Masukkan </a:t>
            </a:r>
            <a:r>
              <a:rPr lang="en-US" dirty="0" err="1"/>
              <a:t>panjang</a:t>
            </a:r>
            <a:r>
              <a:rPr lang="en-US" dirty="0"/>
              <a:t>: "))</a:t>
            </a:r>
          </a:p>
          <a:p>
            <a:pPr marL="0" indent="0">
              <a:buNone/>
            </a:pPr>
            <a:r>
              <a:rPr lang="en-US" dirty="0" err="1"/>
              <a:t>lebar</a:t>
            </a:r>
            <a:r>
              <a:rPr lang="en-US" dirty="0"/>
              <a:t> = float(input("Masukkan </a:t>
            </a:r>
            <a:r>
              <a:rPr lang="en-US" dirty="0" err="1"/>
              <a:t>lebar</a:t>
            </a:r>
            <a:r>
              <a:rPr lang="en-US" dirty="0"/>
              <a:t>: "))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luas</a:t>
            </a:r>
            <a:r>
              <a:rPr lang="en-US" dirty="0"/>
              <a:t> = </a:t>
            </a:r>
            <a:r>
              <a:rPr lang="en-US" dirty="0" err="1"/>
              <a:t>panjang</a:t>
            </a:r>
            <a:r>
              <a:rPr lang="en-US" dirty="0"/>
              <a:t> * </a:t>
            </a:r>
            <a:r>
              <a:rPr lang="en-US" dirty="0" err="1"/>
              <a:t>lebar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print("Luas persegi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:", </a:t>
            </a:r>
            <a:r>
              <a:rPr lang="en-US" dirty="0" err="1"/>
              <a:t>luas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5223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FF80E-5DA8-A4CC-929C-3E51933F4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Hasil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894DF6-808F-DCB7-3285-936177B75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64302"/>
            <a:ext cx="7225748" cy="452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75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8AE3A-B7AD-96DE-342F-0629E520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Case 2: Menghitung Total Belanja Tanpa Diskon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0550F-9868-8167-98BE-A6A2E8722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/>
              <a:t>Sebuah toko </a:t>
            </a:r>
            <a:r>
              <a:rPr lang="en-US" sz="2000" dirty="0" err="1"/>
              <a:t>ingin</a:t>
            </a:r>
            <a:r>
              <a:rPr lang="en-US" sz="2000" dirty="0"/>
              <a:t> </a:t>
            </a:r>
            <a:r>
              <a:rPr lang="en-US" sz="2000" dirty="0" err="1"/>
              <a:t>membuat</a:t>
            </a:r>
            <a:r>
              <a:rPr lang="en-US" sz="2000" dirty="0"/>
              <a:t> program sederhana </a:t>
            </a:r>
            <a:r>
              <a:rPr lang="en-US" sz="2000" dirty="0" err="1"/>
              <a:t>untuk</a:t>
            </a:r>
            <a:r>
              <a:rPr lang="en-US" sz="2000" dirty="0"/>
              <a:t> menghitung:</a:t>
            </a:r>
          </a:p>
          <a:p>
            <a:r>
              <a:rPr lang="en-US" sz="2000" dirty="0"/>
              <a:t>Harga barang 1</a:t>
            </a:r>
          </a:p>
          <a:p>
            <a:r>
              <a:rPr lang="en-US" sz="2000" dirty="0"/>
              <a:t>Harga barang 2</a:t>
            </a:r>
          </a:p>
          <a:p>
            <a:r>
              <a:rPr lang="en-US" sz="2000" dirty="0"/>
              <a:t>Harga barang 3</a:t>
            </a:r>
          </a:p>
          <a:p>
            <a:r>
              <a:rPr lang="en-US" sz="2000" dirty="0"/>
              <a:t>Total belanja</a:t>
            </a:r>
          </a:p>
          <a:p>
            <a:pPr marL="0"/>
            <a:r>
              <a:rPr lang="en-US" sz="2000" dirty="0"/>
              <a:t>Diskon 5%</a:t>
            </a:r>
          </a:p>
          <a:p>
            <a:pPr marL="0"/>
            <a:r>
              <a:rPr lang="en-US" sz="2000" dirty="0"/>
              <a:t>Total Setelah Diskon</a:t>
            </a:r>
          </a:p>
          <a:p>
            <a:pPr marL="0" indent="0">
              <a:buNone/>
            </a:pP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kondisi.</a:t>
            </a:r>
            <a:br>
              <a:rPr lang="en-US" sz="2000" dirty="0"/>
            </a:br>
            <a:r>
              <a:rPr lang="en-US" sz="2000" dirty="0"/>
              <a:t>Murni </a:t>
            </a:r>
            <a:r>
              <a:rPr lang="en-US" sz="2000" dirty="0" err="1"/>
              <a:t>runtunan</a:t>
            </a:r>
            <a:r>
              <a:rPr lang="en-US" sz="2000" dirty="0"/>
              <a:t>.</a:t>
            </a:r>
          </a:p>
          <a:p>
            <a:pPr marL="0"/>
            <a:endParaRPr lang="en-US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BCFA72-6C5F-1F5D-C6DD-AD239D02623E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Buat: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Algoritma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Pseudocode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Flowchart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Program di Python</a:t>
            </a:r>
          </a:p>
        </p:txBody>
      </p:sp>
    </p:spTree>
    <p:extLst>
      <p:ext uri="{BB962C8B-B14F-4D97-AF65-F5344CB8AC3E}">
        <p14:creationId xmlns:p14="http://schemas.microsoft.com/office/powerpoint/2010/main" val="3936773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F6A7D-CD52-0B3B-8CD8-DD5C647AD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Algoritma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B8D429-E809-0068-E55A-08145EF6F7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Mulai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Input harga1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Input harga2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Input harga3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Hitung total = harga1 + harga2 + harga3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Tampilkan total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Diskon = 5% * total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Tampilkan diskon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Harga bersih </a:t>
            </a:r>
            <a:r>
              <a:rPr lang="en-US" altLang="en-US" sz="2000" dirty="0">
                <a:latin typeface="Arial" panose="020B0604020202020204" pitchFamily="34" charset="0"/>
              </a:rPr>
              <a:t>= total – diskon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Tampilkan harga bersih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Selesai</a:t>
            </a:r>
          </a:p>
        </p:txBody>
      </p:sp>
    </p:spTree>
    <p:extLst>
      <p:ext uri="{BB962C8B-B14F-4D97-AF65-F5344CB8AC3E}">
        <p14:creationId xmlns:p14="http://schemas.microsoft.com/office/powerpoint/2010/main" val="2736422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5093-6342-F446-E923-BCFC1161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Pseudocode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6DC7D-30D1-E4D5-535E-A31781E06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INPUT harga1</a:t>
            </a:r>
          </a:p>
          <a:p>
            <a:pPr marL="0" indent="0">
              <a:buNone/>
            </a:pPr>
            <a:r>
              <a:rPr lang="en-US" dirty="0"/>
              <a:t>INPUT harga2</a:t>
            </a:r>
          </a:p>
          <a:p>
            <a:pPr marL="0" indent="0">
              <a:buNone/>
            </a:pPr>
            <a:r>
              <a:rPr lang="en-US" dirty="0"/>
              <a:t>INPUT harga3</a:t>
            </a:r>
          </a:p>
          <a:p>
            <a:pPr marL="0" indent="0">
              <a:buNone/>
            </a:pPr>
            <a:r>
              <a:rPr lang="en-US" dirty="0"/>
              <a:t>total ← harga1 + harga2 + harga3</a:t>
            </a:r>
          </a:p>
          <a:p>
            <a:pPr marL="0" indent="0">
              <a:buNone/>
            </a:pPr>
            <a:r>
              <a:rPr lang="en-US" dirty="0"/>
              <a:t>PRINT total</a:t>
            </a:r>
          </a:p>
          <a:p>
            <a:pPr marL="0" indent="0">
              <a:buNone/>
            </a:pPr>
            <a:r>
              <a:rPr lang="en-US" dirty="0"/>
              <a:t>Diskon = total * 5%</a:t>
            </a:r>
          </a:p>
          <a:p>
            <a:pPr marL="0" indent="0">
              <a:buNone/>
            </a:pPr>
            <a:r>
              <a:rPr lang="en-US" dirty="0"/>
              <a:t>Harga Bersih = total – diskon</a:t>
            </a:r>
          </a:p>
          <a:p>
            <a:pPr marL="0" indent="0">
              <a:buNone/>
            </a:pPr>
            <a:r>
              <a:rPr lang="en-US" dirty="0"/>
              <a:t>Print Harga Bersih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44806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822E-7338-7773-9A7F-C6F8279F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2C884-7D96-092B-19CD-2380586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/>
              <a:t>Mulai</a:t>
            </a:r>
            <a:r>
              <a:rPr lang="en-US" dirty="0"/>
              <a:t> (Oval)</a:t>
            </a:r>
          </a:p>
          <a:p>
            <a:r>
              <a:rPr lang="en-US" b="1" dirty="0"/>
              <a:t>Input harga1</a:t>
            </a:r>
            <a:r>
              <a:rPr lang="en-US" dirty="0"/>
              <a:t> (</a:t>
            </a:r>
            <a:r>
              <a:rPr lang="en-US" dirty="0" err="1"/>
              <a:t>Jajar</a:t>
            </a:r>
            <a:r>
              <a:rPr lang="en-US" dirty="0"/>
              <a:t> </a:t>
            </a:r>
            <a:r>
              <a:rPr lang="en-US" dirty="0" err="1"/>
              <a:t>genjang</a:t>
            </a:r>
            <a:r>
              <a:rPr lang="en-US" dirty="0"/>
              <a:t>)</a:t>
            </a:r>
          </a:p>
          <a:p>
            <a:r>
              <a:rPr lang="en-US" b="1" dirty="0"/>
              <a:t>Input harga2</a:t>
            </a:r>
            <a:r>
              <a:rPr lang="en-US" dirty="0"/>
              <a:t> (</a:t>
            </a:r>
            <a:r>
              <a:rPr lang="en-US" dirty="0" err="1"/>
              <a:t>Jajar</a:t>
            </a:r>
            <a:r>
              <a:rPr lang="en-US" dirty="0"/>
              <a:t> </a:t>
            </a:r>
            <a:r>
              <a:rPr lang="en-US" dirty="0" err="1"/>
              <a:t>genjang</a:t>
            </a:r>
            <a:r>
              <a:rPr lang="en-US" dirty="0"/>
              <a:t>)</a:t>
            </a:r>
          </a:p>
          <a:p>
            <a:r>
              <a:rPr lang="en-US" b="1" dirty="0"/>
              <a:t>Input harga3</a:t>
            </a:r>
            <a:r>
              <a:rPr lang="en-US" dirty="0"/>
              <a:t> (</a:t>
            </a:r>
            <a:r>
              <a:rPr lang="en-US" dirty="0" err="1"/>
              <a:t>Jajar</a:t>
            </a:r>
            <a:r>
              <a:rPr lang="en-US" dirty="0"/>
              <a:t> </a:t>
            </a:r>
            <a:r>
              <a:rPr lang="en-US" dirty="0" err="1"/>
              <a:t>genjang</a:t>
            </a:r>
            <a:r>
              <a:rPr lang="en-US" dirty="0"/>
              <a:t>)</a:t>
            </a:r>
          </a:p>
          <a:p>
            <a:r>
              <a:rPr lang="en-US" b="1" dirty="0"/>
              <a:t>Hitung total = harga1 + harga2 + harga3</a:t>
            </a:r>
            <a:r>
              <a:rPr lang="en-US" dirty="0"/>
              <a:t> (Persegi </a:t>
            </a:r>
            <a:r>
              <a:rPr lang="en-US" dirty="0" err="1"/>
              <a:t>panjang</a:t>
            </a:r>
            <a:r>
              <a:rPr lang="en-US" dirty="0"/>
              <a:t>)</a:t>
            </a:r>
          </a:p>
          <a:p>
            <a:r>
              <a:rPr lang="en-US" b="1" dirty="0"/>
              <a:t>Tampilkan total</a:t>
            </a:r>
            <a:r>
              <a:rPr lang="en-US" dirty="0"/>
              <a:t> (</a:t>
            </a:r>
            <a:r>
              <a:rPr lang="en-US" dirty="0" err="1"/>
              <a:t>Jajar</a:t>
            </a:r>
            <a:r>
              <a:rPr lang="en-US" dirty="0"/>
              <a:t> </a:t>
            </a:r>
            <a:r>
              <a:rPr lang="en-US" dirty="0" err="1"/>
              <a:t>genjang</a:t>
            </a:r>
            <a:r>
              <a:rPr lang="en-US" dirty="0"/>
              <a:t>)</a:t>
            </a:r>
          </a:p>
          <a:p>
            <a:r>
              <a:rPr lang="en-US" b="1" dirty="0"/>
              <a:t>Hitung diskon = 5% × total</a:t>
            </a:r>
            <a:r>
              <a:rPr lang="en-US" dirty="0"/>
              <a:t> (Persegi </a:t>
            </a:r>
            <a:r>
              <a:rPr lang="en-US" dirty="0" err="1"/>
              <a:t>panjang</a:t>
            </a:r>
            <a:r>
              <a:rPr lang="en-US" dirty="0"/>
              <a:t>)</a:t>
            </a:r>
          </a:p>
          <a:p>
            <a:r>
              <a:rPr lang="en-US" b="1" dirty="0"/>
              <a:t>Tampilkan diskon</a:t>
            </a:r>
            <a:r>
              <a:rPr lang="en-US" dirty="0"/>
              <a:t> (</a:t>
            </a:r>
            <a:r>
              <a:rPr lang="en-US" dirty="0" err="1"/>
              <a:t>Jajar</a:t>
            </a:r>
            <a:r>
              <a:rPr lang="en-US" dirty="0"/>
              <a:t> </a:t>
            </a:r>
            <a:r>
              <a:rPr lang="en-US" dirty="0" err="1"/>
              <a:t>genjang</a:t>
            </a:r>
            <a:r>
              <a:rPr lang="en-US" dirty="0"/>
              <a:t>)</a:t>
            </a:r>
          </a:p>
          <a:p>
            <a:r>
              <a:rPr lang="en-US" b="1" dirty="0"/>
              <a:t>Hitung </a:t>
            </a:r>
            <a:r>
              <a:rPr lang="en-US" b="1" dirty="0" err="1"/>
              <a:t>harga_bersih</a:t>
            </a:r>
            <a:r>
              <a:rPr lang="en-US" b="1" dirty="0"/>
              <a:t> = total – diskon</a:t>
            </a:r>
            <a:r>
              <a:rPr lang="en-US" dirty="0"/>
              <a:t> (Persegi </a:t>
            </a:r>
            <a:r>
              <a:rPr lang="en-US" dirty="0" err="1"/>
              <a:t>panjang</a:t>
            </a:r>
            <a:r>
              <a:rPr lang="en-US" dirty="0"/>
              <a:t>)</a:t>
            </a:r>
          </a:p>
          <a:p>
            <a:r>
              <a:rPr lang="en-US" b="1" dirty="0"/>
              <a:t>Tampilkan </a:t>
            </a:r>
            <a:r>
              <a:rPr lang="en-US" b="1" dirty="0" err="1"/>
              <a:t>harga_bersih</a:t>
            </a:r>
            <a:r>
              <a:rPr lang="en-US" dirty="0"/>
              <a:t> (</a:t>
            </a:r>
            <a:r>
              <a:rPr lang="en-US" dirty="0" err="1"/>
              <a:t>Jajar</a:t>
            </a:r>
            <a:r>
              <a:rPr lang="en-US" dirty="0"/>
              <a:t> </a:t>
            </a:r>
            <a:r>
              <a:rPr lang="en-US" dirty="0" err="1"/>
              <a:t>genjang</a:t>
            </a:r>
            <a:r>
              <a:rPr lang="en-US" dirty="0"/>
              <a:t>)</a:t>
            </a:r>
          </a:p>
          <a:p>
            <a:r>
              <a:rPr lang="en-US" b="1" dirty="0"/>
              <a:t>Selesai</a:t>
            </a:r>
            <a:r>
              <a:rPr lang="en-US" dirty="0"/>
              <a:t> (Oval)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91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3546E-7E57-C5EB-F0D5-36F237A1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Kode Python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192B09-6003-3B4B-C42F-49DCCC5B3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6124" y="467208"/>
            <a:ext cx="7218356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50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26FA6-C90E-8B52-FCEC-BF90BA35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Case Menghitung Gaji Karyawan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22C4C-DE89-3956-40D2-D2AEFEDF7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923046"/>
            <a:ext cx="10905066" cy="389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45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C00C8-56CB-4B54-62D8-C7863FCC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Algoritma</a:t>
            </a: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5A85602D-2C62-803C-6DBB-1722CE98EB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7764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86222-D470-6E22-AED3-5D2E1F6A2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Psudocode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65C906-B0F9-F1E5-F072-D06F6EE25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0780337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4780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7BD9-A5FB-44E4-F1DA-6B6CB2C1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55BBA-B359-532E-B401-54A8860BE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 Program Menghitung Gaji Bersih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gaji_pokok</a:t>
            </a:r>
            <a:r>
              <a:rPr lang="en-US" dirty="0"/>
              <a:t> = float(input("Masukkan gaji </a:t>
            </a:r>
            <a:r>
              <a:rPr lang="en-US" dirty="0" err="1"/>
              <a:t>pokok</a:t>
            </a:r>
            <a:r>
              <a:rPr lang="en-US" dirty="0"/>
              <a:t>: "))</a:t>
            </a:r>
          </a:p>
          <a:p>
            <a:pPr marL="0" indent="0">
              <a:buNone/>
            </a:pPr>
            <a:r>
              <a:rPr lang="en-US" dirty="0" err="1"/>
              <a:t>tunjangan</a:t>
            </a:r>
            <a:r>
              <a:rPr lang="en-US" dirty="0"/>
              <a:t> = float(input("Masukkan </a:t>
            </a:r>
            <a:r>
              <a:rPr lang="en-US" dirty="0" err="1"/>
              <a:t>tunjangan</a:t>
            </a:r>
            <a:r>
              <a:rPr lang="en-US" dirty="0"/>
              <a:t>: "))</a:t>
            </a:r>
          </a:p>
          <a:p>
            <a:pPr marL="0" indent="0">
              <a:buNone/>
            </a:pPr>
            <a:r>
              <a:rPr lang="en-US" dirty="0"/>
              <a:t>potongan = float(input("Masukkan potongan: "))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gaji_bersih</a:t>
            </a:r>
            <a:r>
              <a:rPr lang="en-US" dirty="0"/>
              <a:t> = </a:t>
            </a:r>
            <a:r>
              <a:rPr lang="en-US" dirty="0" err="1"/>
              <a:t>gaji_pokok</a:t>
            </a:r>
            <a:r>
              <a:rPr lang="en-US" dirty="0"/>
              <a:t> + </a:t>
            </a:r>
            <a:r>
              <a:rPr lang="en-US" dirty="0" err="1"/>
              <a:t>tunjangan</a:t>
            </a:r>
            <a:r>
              <a:rPr lang="en-US" dirty="0"/>
              <a:t> - potongan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print("Gaji bersih </a:t>
            </a:r>
            <a:r>
              <a:rPr lang="en-US" dirty="0" err="1"/>
              <a:t>adalah</a:t>
            </a:r>
            <a:r>
              <a:rPr lang="en-US" dirty="0"/>
              <a:t>:", </a:t>
            </a:r>
            <a:r>
              <a:rPr lang="en-US" dirty="0" err="1"/>
              <a:t>gaji_bersih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7010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CDC0-B4F5-6BC3-619E-820EA996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Tugas Sistem </a:t>
            </a:r>
            <a:r>
              <a:rPr lang="en-US" dirty="0" err="1"/>
              <a:t>Perhitungan</a:t>
            </a:r>
            <a:r>
              <a:rPr lang="en-US" dirty="0"/>
              <a:t> Biaya Produksi &amp; Harga Jual Produk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FB5CB-9E99-D87C-78C3-D4A0FAC8C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Sebuah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manufaktur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program sederhana </a:t>
            </a:r>
            <a:r>
              <a:rPr lang="en-US" dirty="0" err="1"/>
              <a:t>untuk</a:t>
            </a:r>
            <a:r>
              <a:rPr lang="en-US" dirty="0"/>
              <a:t> menghitung:</a:t>
            </a:r>
          </a:p>
          <a:p>
            <a:r>
              <a:rPr lang="en-US" dirty="0"/>
              <a:t>Biaya Bahan Baku</a:t>
            </a:r>
          </a:p>
          <a:p>
            <a:r>
              <a:rPr lang="en-US" dirty="0"/>
              <a:t>Biaya Tenaga Kerja</a:t>
            </a:r>
          </a:p>
          <a:p>
            <a:r>
              <a:rPr lang="en-US" dirty="0"/>
              <a:t>Biaya Overhead</a:t>
            </a:r>
          </a:p>
          <a:p>
            <a:r>
              <a:rPr lang="en-US" dirty="0"/>
              <a:t>Total Biaya Produksi</a:t>
            </a:r>
          </a:p>
          <a:p>
            <a:r>
              <a:rPr lang="en-US" dirty="0"/>
              <a:t>Harga Jual per Unit</a:t>
            </a:r>
          </a:p>
          <a:p>
            <a:r>
              <a:rPr lang="en-US" dirty="0" err="1"/>
              <a:t>Estimasi</a:t>
            </a:r>
            <a:r>
              <a:rPr lang="en-US" dirty="0"/>
              <a:t> Total Pendapatan</a:t>
            </a:r>
          </a:p>
          <a:p>
            <a:r>
              <a:rPr lang="en-US" dirty="0" err="1"/>
              <a:t>Estimasi</a:t>
            </a:r>
            <a:r>
              <a:rPr lang="en-US" dirty="0"/>
              <a:t> Laba Kotor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186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CEDAF-DB05-BD6E-F82D-0D90FEE7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yang di input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0918F9A-24EF-CFBA-8AE9-FB32CC5BDB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704981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6072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37CEDD-72DB-DD0F-A60A-5E9F06B0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Rumus Perhitungan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B44C08F-86F8-DC0B-A40B-BDC64E6D47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393808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8264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4F25A-210D-B162-C255-3483A0B34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Algoritma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CD27F1F-D010-1ED8-6B7A-54A6E7638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96331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4751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D4D02-11CA-05A7-E994-1D1B0370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Pseudocode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FC50D2-4859-6E85-06BC-92EB7CB711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089827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884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11EB-4B88-CC4C-E8BE-646263067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24D13-871C-2236-B2C2-CA8B81936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33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</TotalTime>
  <Words>1039</Words>
  <Application>Microsoft Office PowerPoint</Application>
  <PresentationFormat>Widescreen</PresentationFormat>
  <Paragraphs>201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Meiryo</vt:lpstr>
      <vt:lpstr>Aptos</vt:lpstr>
      <vt:lpstr>Aptos Display</vt:lpstr>
      <vt:lpstr>Arial</vt:lpstr>
      <vt:lpstr>Calibri</vt:lpstr>
      <vt:lpstr>Office Theme</vt:lpstr>
      <vt:lpstr>Algoritma &amp; Pemrograman Struktur Dasar Algoritma</vt:lpstr>
      <vt:lpstr>Struktur Dasar Algoritma</vt:lpstr>
      <vt:lpstr>Pengertian Runtunan (Sequence)</vt:lpstr>
      <vt:lpstr>Ciri-ciri Struktur Runtunan</vt:lpstr>
      <vt:lpstr>Struktur Dasar Algoritma Sequence</vt:lpstr>
      <vt:lpstr>Format Umum Runtunan</vt:lpstr>
      <vt:lpstr>Case Studi: Menghitung Luas Persegi Panjang</vt:lpstr>
      <vt:lpstr>Algoritma Menghitung luas Persegi Panjang</vt:lpstr>
      <vt:lpstr>Pseudocode menghitung luas persegi panjang</vt:lpstr>
      <vt:lpstr>PowerPoint Presentation</vt:lpstr>
      <vt:lpstr>Python</vt:lpstr>
      <vt:lpstr>Hasil</vt:lpstr>
      <vt:lpstr>Case 2: Menghitung Total Belanja Tanpa Diskon</vt:lpstr>
      <vt:lpstr>Algoritma</vt:lpstr>
      <vt:lpstr>Pseudocode</vt:lpstr>
      <vt:lpstr>Flowchart</vt:lpstr>
      <vt:lpstr>Kode Python</vt:lpstr>
      <vt:lpstr>Case Menghitung Gaji Karyawan</vt:lpstr>
      <vt:lpstr>Algoritma</vt:lpstr>
      <vt:lpstr>Psudocode</vt:lpstr>
      <vt:lpstr>Python</vt:lpstr>
      <vt:lpstr>Tugas Sistem Perhitungan Biaya Produksi &amp; Harga Jual Produk</vt:lpstr>
      <vt:lpstr>Data yang di input</vt:lpstr>
      <vt:lpstr>Rumus Perhitungan</vt:lpstr>
      <vt:lpstr>Algoritma</vt:lpstr>
      <vt:lpstr>Pseudocode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Sutrisno</dc:creator>
  <cp:lastModifiedBy>Sutrisno</cp:lastModifiedBy>
  <cp:revision>12</cp:revision>
  <dcterms:created xsi:type="dcterms:W3CDTF">2026-03-03T13:06:35Z</dcterms:created>
  <dcterms:modified xsi:type="dcterms:W3CDTF">2026-03-03T16:32:38Z</dcterms:modified>
</cp:coreProperties>
</file>